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87552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Textos, formas e imágenes separados para editar en Canva. Las capturas de la web son imágenes; su texto interno no se convierte a texto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lpolloplayero.cl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instagram.com/elpolloplayero__/" TargetMode="Externa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lpolloplayero.cl/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hyperlink" Target="https://elpolloplayero.cl/" TargetMode="Externa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hyperlink" Target="https://elpolloplayero.cl/" TargetMode="Externa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hyperlink" Target="https://www.instagram.com/elpolloplayero__/" TargetMode="External"/><Relationship Id="rId6" Type="http://schemas.openxmlformats.org/officeDocument/2006/relationships/hyperlink" Target="https://elpolloplayero.cl/" TargetMode="Externa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instagram.com/elpolloplayero__/" TargetMode="External"/><Relationship Id="rId5" Type="http://schemas.openxmlformats.org/officeDocument/2006/relationships/hyperlink" Target="https://elpolloplayero.cl/" TargetMode="Externa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que de color 2"/>
          <p:cNvSpPr/>
          <p:nvPr/>
        </p:nvSpPr>
        <p:spPr>
          <a:xfrm>
            <a:off x="9326880" y="0"/>
            <a:ext cx="548640" cy="12344400"/>
          </a:xfrm>
          <a:prstGeom prst="rect">
            <a:avLst/>
          </a:prstGeom>
          <a:solidFill>
            <a:srgbClr val="D12A3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685800" cy="685800"/>
          </a:xfrm>
          <a:prstGeom prst="rect">
            <a:avLst/>
          </a:prstGeom>
        </p:spPr>
      </p:pic>
      <p:sp>
        <p:nvSpPr>
          <p:cNvPr id="5" name="Texto · EL POLLO PLAYERO"/>
          <p:cNvSpPr txBox="1"/>
          <p:nvPr/>
        </p:nvSpPr>
        <p:spPr>
          <a:xfrm>
            <a:off x="1545336" y="774862"/>
            <a:ext cx="246700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EL POLLO PLAYERO</a:t>
            </a:r>
          </a:p>
        </p:txBody>
      </p:sp>
      <p:sp>
        <p:nvSpPr>
          <p:cNvPr id="6" name="Texto · 01 / 06"/>
          <p:cNvSpPr txBox="1"/>
          <p:nvPr/>
        </p:nvSpPr>
        <p:spPr>
          <a:xfrm>
            <a:off x="8552490" y="807598"/>
            <a:ext cx="700871" cy="2715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80B0A"/>
                </a:solidFill>
                <a:latin typeface="DM Sans"/>
              </a:rPr>
              <a:t>01 / 06</a:t>
            </a:r>
          </a:p>
        </p:txBody>
      </p:sp>
      <p:sp>
        <p:nvSpPr>
          <p:cNvPr id="7" name="Texto · ¡ESTRENAMOS"/>
          <p:cNvSpPr txBox="1"/>
          <p:nvPr/>
        </p:nvSpPr>
        <p:spPr>
          <a:xfrm>
            <a:off x="658368" y="1674632"/>
            <a:ext cx="5755149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080B0A"/>
                </a:solidFill>
                <a:latin typeface="Barlow Condensed"/>
              </a:rPr>
              <a:t>¡ESTRENAMOS</a:t>
            </a:r>
          </a:p>
        </p:txBody>
      </p:sp>
      <p:sp>
        <p:nvSpPr>
          <p:cNvPr id="8" name="Texto · NUEVA WEB!"/>
          <p:cNvSpPr txBox="1"/>
          <p:nvPr/>
        </p:nvSpPr>
        <p:spPr>
          <a:xfrm>
            <a:off x="658368" y="2726192"/>
            <a:ext cx="5076153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080B0A"/>
                </a:solidFill>
                <a:latin typeface="Barlow Condensed"/>
              </a:rPr>
              <a:t>NUEVA WEB!</a:t>
            </a:r>
          </a:p>
        </p:txBody>
      </p:sp>
      <p:sp>
        <p:nvSpPr>
          <p:cNvPr id="9" name="Texto · Menú, promociones y contacto en un solo lugar."/>
          <p:cNvSpPr txBox="1"/>
          <p:nvPr/>
        </p:nvSpPr>
        <p:spPr>
          <a:xfrm>
            <a:off x="658368" y="5111313"/>
            <a:ext cx="6450509" cy="4073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>
                <a:solidFill>
                  <a:srgbClr val="080B0A"/>
                </a:solidFill>
                <a:latin typeface="DM Sans"/>
              </a:rPr>
              <a:t>Menú, promociones y contacto en un solo lugar.</a:t>
            </a:r>
          </a:p>
        </p:txBody>
      </p:sp>
      <p:sp>
        <p:nvSpPr>
          <p:cNvPr id="10" name="Bloque de color 9"/>
          <p:cNvSpPr/>
          <p:nvPr/>
        </p:nvSpPr>
        <p:spPr>
          <a:xfrm>
            <a:off x="658368" y="6300216"/>
            <a:ext cx="8558784" cy="3931920"/>
          </a:xfrm>
          <a:prstGeom prst="roundRect">
            <a:avLst>
              <a:gd name="adj" fmla="val 5116"/>
            </a:avLst>
          </a:prstGeom>
          <a:solidFill>
            <a:srgbClr val="1C211B">
              <a:alpha val="100000"/>
            </a:srgbClr>
          </a:solidFill>
          <a:ln w="17780">
            <a:solidFill>
              <a:srgbClr val="6B7462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oque de color 10"/>
          <p:cNvSpPr/>
          <p:nvPr/>
        </p:nvSpPr>
        <p:spPr>
          <a:xfrm>
            <a:off x="822960" y="6455664"/>
            <a:ext cx="8229600" cy="667512"/>
          </a:xfrm>
          <a:prstGeom prst="roundRect">
            <a:avLst>
              <a:gd name="adj" fmla="val 16438"/>
            </a:avLst>
          </a:prstGeom>
          <a:solidFill>
            <a:srgbClr val="FFF7D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o · elpolloplayero.cl"/>
          <p:cNvSpPr txBox="1"/>
          <p:nvPr/>
        </p:nvSpPr>
        <p:spPr>
          <a:xfrm>
            <a:off x="1042415" y="6559356"/>
            <a:ext cx="2661851" cy="4814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u="none">
                <a:solidFill>
                  <a:srgbClr val="080B0A"/>
                </a:solidFill>
                <a:latin typeface="DM Sans"/>
                <a:hlinkClick r:id="rId3"/>
              </a:rPr>
              <a:t>elpolloplayero.cl</a:t>
            </a:r>
          </a:p>
        </p:txBody>
      </p:sp>
      <p:sp>
        <p:nvSpPr>
          <p:cNvPr id="13" name="Bloque de color 12"/>
          <p:cNvSpPr/>
          <p:nvPr/>
        </p:nvSpPr>
        <p:spPr>
          <a:xfrm>
            <a:off x="8119872" y="6583680"/>
            <a:ext cx="758952" cy="402336"/>
          </a:xfrm>
          <a:prstGeom prst="roundRect">
            <a:avLst>
              <a:gd name="adj" fmla="val 22727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 · Ir →"/>
          <p:cNvSpPr txBox="1"/>
          <p:nvPr/>
        </p:nvSpPr>
        <p:spPr>
          <a:xfrm>
            <a:off x="8317272" y="6669450"/>
            <a:ext cx="392862" cy="2839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80B0A"/>
                </a:solidFill>
                <a:latin typeface="DM Sans"/>
              </a:rPr>
              <a:t>Ir →</a:t>
            </a:r>
          </a:p>
        </p:txBody>
      </p:sp>
      <p:pic>
        <p:nvPicPr>
          <p:cNvPr id="15" name="Foto o captura 2" descr="imagen-226b6ec83f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7260336"/>
            <a:ext cx="8229600" cy="2798064"/>
          </a:xfrm>
          <a:prstGeom prst="rect">
            <a:avLst/>
          </a:prstGeom>
        </p:spPr>
      </p:pic>
      <p:pic>
        <p:nvPicPr>
          <p:cNvPr id="16" name="ig-color" descr="ig-color-f1eeec0905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1521440"/>
            <a:ext cx="338328" cy="338328"/>
          </a:xfrm>
          <a:prstGeom prst="rect">
            <a:avLst/>
          </a:prstGeom>
        </p:spPr>
      </p:pic>
      <p:sp>
        <p:nvSpPr>
          <p:cNvPr id="17" name="Texto · @elpolloplayero__"/>
          <p:cNvSpPr txBox="1"/>
          <p:nvPr/>
        </p:nvSpPr>
        <p:spPr>
          <a:xfrm>
            <a:off x="1124712" y="11562588"/>
            <a:ext cx="216892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080B0A"/>
                </a:solidFill>
                <a:latin typeface="DM Sans"/>
                <a:hlinkClick r:id="rId6"/>
              </a:rPr>
              <a:t>@elpolloplayero__</a:t>
            </a:r>
          </a:p>
        </p:txBody>
      </p:sp>
      <p:sp>
        <p:nvSpPr>
          <p:cNvPr id="18" name="Texto · elpolloplayero.cl"/>
          <p:cNvSpPr txBox="1"/>
          <p:nvPr/>
        </p:nvSpPr>
        <p:spPr>
          <a:xfrm>
            <a:off x="7127540" y="11528206"/>
            <a:ext cx="213734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u="none">
                <a:solidFill>
                  <a:srgbClr val="080B0A"/>
                </a:solidFill>
                <a:latin typeface="DM Sans"/>
                <a:hlinkClick r:id="rId3"/>
              </a:rPr>
              <a:t>elpolloplayero.cl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685800" cy="685800"/>
          </a:xfrm>
          <a:prstGeom prst="rect">
            <a:avLst/>
          </a:prstGeom>
        </p:spPr>
      </p:pic>
      <p:sp>
        <p:nvSpPr>
          <p:cNvPr id="4" name="Texto · EL POLLO PLAYERO"/>
          <p:cNvSpPr txBox="1"/>
          <p:nvPr/>
        </p:nvSpPr>
        <p:spPr>
          <a:xfrm>
            <a:off x="1545336" y="774862"/>
            <a:ext cx="246700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 PLAYERO</a:t>
            </a:r>
          </a:p>
        </p:txBody>
      </p:sp>
      <p:sp>
        <p:nvSpPr>
          <p:cNvPr id="5" name="Texto · 02 / 06"/>
          <p:cNvSpPr txBox="1"/>
          <p:nvPr/>
        </p:nvSpPr>
        <p:spPr>
          <a:xfrm>
            <a:off x="8509267" y="807598"/>
            <a:ext cx="744095" cy="2715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C2C3B6"/>
                </a:solidFill>
                <a:latin typeface="DM Sans"/>
              </a:rPr>
              <a:t>02 / 06</a:t>
            </a:r>
          </a:p>
        </p:txBody>
      </p:sp>
      <p:sp>
        <p:nvSpPr>
          <p:cNvPr id="6" name="Texto · ASÍ ACCEDES"/>
          <p:cNvSpPr txBox="1"/>
          <p:nvPr/>
        </p:nvSpPr>
        <p:spPr>
          <a:xfrm>
            <a:off x="658368" y="1674632"/>
            <a:ext cx="5215434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F7DE"/>
                </a:solidFill>
                <a:latin typeface="Barlow Condensed"/>
              </a:rPr>
              <a:t>ASÍ ACCEDES</a:t>
            </a:r>
          </a:p>
        </p:txBody>
      </p:sp>
      <p:sp>
        <p:nvSpPr>
          <p:cNvPr id="7" name="Texto · A LA WEB."/>
          <p:cNvSpPr txBox="1"/>
          <p:nvPr/>
        </p:nvSpPr>
        <p:spPr>
          <a:xfrm>
            <a:off x="658368" y="2726192"/>
            <a:ext cx="4241552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E500"/>
                </a:solidFill>
                <a:latin typeface="Barlow Condensed"/>
              </a:rPr>
              <a:t>A LA WEB.</a:t>
            </a:r>
          </a:p>
        </p:txBody>
      </p:sp>
      <p:sp>
        <p:nvSpPr>
          <p:cNvPr id="8" name="Texto · Desde tu celular o computador, sin instalar una app."/>
          <p:cNvSpPr txBox="1"/>
          <p:nvPr/>
        </p:nvSpPr>
        <p:spPr>
          <a:xfrm>
            <a:off x="658368" y="5111313"/>
            <a:ext cx="6987836" cy="4073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>
                <a:solidFill>
                  <a:srgbClr val="C2C3B6"/>
                </a:solidFill>
                <a:latin typeface="DM Sans"/>
              </a:rPr>
              <a:t>Desde tu celular o computador, sin instalar una app.</a:t>
            </a:r>
          </a:p>
        </p:txBody>
      </p:sp>
      <p:sp>
        <p:nvSpPr>
          <p:cNvPr id="9" name="Bloque de color 8"/>
          <p:cNvSpPr/>
          <p:nvPr/>
        </p:nvSpPr>
        <p:spPr>
          <a:xfrm>
            <a:off x="658368" y="6483096"/>
            <a:ext cx="8558784" cy="1005840"/>
          </a:xfrm>
          <a:prstGeom prst="roundRect">
            <a:avLst>
              <a:gd name="adj" fmla="val 18181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o · elpolloplayero.cl"/>
          <p:cNvSpPr txBox="1"/>
          <p:nvPr/>
        </p:nvSpPr>
        <p:spPr>
          <a:xfrm>
            <a:off x="3008897" y="6642384"/>
            <a:ext cx="3951542" cy="7036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04" b="1" u="none">
                <a:solidFill>
                  <a:srgbClr val="080B0A"/>
                </a:solidFill>
                <a:latin typeface="DM Sans"/>
                <a:hlinkClick r:id="rId3"/>
              </a:rPr>
              <a:t>elpolloplayero.cl</a:t>
            </a:r>
          </a:p>
        </p:txBody>
      </p:sp>
      <p:sp>
        <p:nvSpPr>
          <p:cNvPr id="11" name="Bloque de color 10"/>
          <p:cNvSpPr/>
          <p:nvPr/>
        </p:nvSpPr>
        <p:spPr>
          <a:xfrm>
            <a:off x="658368" y="7964424"/>
            <a:ext cx="8558784" cy="822960"/>
          </a:xfrm>
          <a:prstGeom prst="roundRect">
            <a:avLst>
              <a:gd name="adj" fmla="val 20000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que de color 11"/>
          <p:cNvSpPr/>
          <p:nvPr/>
        </p:nvSpPr>
        <p:spPr>
          <a:xfrm>
            <a:off x="841248" y="8165592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 · 1"/>
          <p:cNvSpPr txBox="1"/>
          <p:nvPr/>
        </p:nvSpPr>
        <p:spPr>
          <a:xfrm>
            <a:off x="1043714" y="8272393"/>
            <a:ext cx="134929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1</a:t>
            </a:r>
          </a:p>
        </p:txBody>
      </p:sp>
      <p:sp>
        <p:nvSpPr>
          <p:cNvPr id="14" name="Texto · Abre Chrome o Safari"/>
          <p:cNvSpPr txBox="1"/>
          <p:nvPr/>
        </p:nvSpPr>
        <p:spPr>
          <a:xfrm>
            <a:off x="1536192" y="8272942"/>
            <a:ext cx="273443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Abre Chrome o Safari</a:t>
            </a:r>
          </a:p>
        </p:txBody>
      </p:sp>
      <p:sp>
        <p:nvSpPr>
          <p:cNvPr id="15" name="Bloque de color 14"/>
          <p:cNvSpPr/>
          <p:nvPr/>
        </p:nvSpPr>
        <p:spPr>
          <a:xfrm>
            <a:off x="658368" y="8970264"/>
            <a:ext cx="8558784" cy="822960"/>
          </a:xfrm>
          <a:prstGeom prst="roundRect">
            <a:avLst>
              <a:gd name="adj" fmla="val 20000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oque de color 15"/>
          <p:cNvSpPr/>
          <p:nvPr/>
        </p:nvSpPr>
        <p:spPr>
          <a:xfrm>
            <a:off x="841248" y="9171432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 · 2"/>
          <p:cNvSpPr txBox="1"/>
          <p:nvPr/>
        </p:nvSpPr>
        <p:spPr>
          <a:xfrm>
            <a:off x="1016062" y="9278233"/>
            <a:ext cx="19023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2</a:t>
            </a:r>
          </a:p>
        </p:txBody>
      </p:sp>
      <p:sp>
        <p:nvSpPr>
          <p:cNvPr id="18" name="Texto · Escribe elpolloplayero.cl"/>
          <p:cNvSpPr txBox="1"/>
          <p:nvPr/>
        </p:nvSpPr>
        <p:spPr>
          <a:xfrm>
            <a:off x="1536192" y="9278782"/>
            <a:ext cx="3132389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Escribe elpolloplayero.cl</a:t>
            </a:r>
          </a:p>
        </p:txBody>
      </p:sp>
      <p:sp>
        <p:nvSpPr>
          <p:cNvPr id="19" name="Bloque de color 18"/>
          <p:cNvSpPr/>
          <p:nvPr/>
        </p:nvSpPr>
        <p:spPr>
          <a:xfrm>
            <a:off x="658368" y="9976104"/>
            <a:ext cx="8558784" cy="822960"/>
          </a:xfrm>
          <a:prstGeom prst="roundRect">
            <a:avLst>
              <a:gd name="adj" fmla="val 20000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loque de color 19"/>
          <p:cNvSpPr/>
          <p:nvPr/>
        </p:nvSpPr>
        <p:spPr>
          <a:xfrm>
            <a:off x="841248" y="10177272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o · 3"/>
          <p:cNvSpPr txBox="1"/>
          <p:nvPr/>
        </p:nvSpPr>
        <p:spPr>
          <a:xfrm>
            <a:off x="1012478" y="10284073"/>
            <a:ext cx="197401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3</a:t>
            </a:r>
          </a:p>
        </p:txBody>
      </p:sp>
      <p:sp>
        <p:nvSpPr>
          <p:cNvPr id="22" name="Texto · Toca Ir y explora la página"/>
          <p:cNvSpPr txBox="1"/>
          <p:nvPr/>
        </p:nvSpPr>
        <p:spPr>
          <a:xfrm>
            <a:off x="1536192" y="10284622"/>
            <a:ext cx="329722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Toca Ir y explora la página</a:t>
            </a:r>
          </a:p>
        </p:txBody>
      </p:sp>
      <p:pic>
        <p:nvPicPr>
          <p:cNvPr id="23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1521440"/>
            <a:ext cx="338328" cy="338328"/>
          </a:xfrm>
          <a:prstGeom prst="rect">
            <a:avLst/>
          </a:prstGeom>
        </p:spPr>
      </p:pic>
      <p:sp>
        <p:nvSpPr>
          <p:cNvPr id="24" name="Texto · @elpolloplayero__"/>
          <p:cNvSpPr txBox="1"/>
          <p:nvPr/>
        </p:nvSpPr>
        <p:spPr>
          <a:xfrm>
            <a:off x="1124712" y="11562588"/>
            <a:ext cx="216892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FFF7DE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25" name="Texto · elpolloplayero.cl"/>
          <p:cNvSpPr txBox="1"/>
          <p:nvPr/>
        </p:nvSpPr>
        <p:spPr>
          <a:xfrm>
            <a:off x="7127540" y="11528206"/>
            <a:ext cx="213734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u="none">
                <a:solidFill>
                  <a:srgbClr val="FFE500"/>
                </a:solidFill>
                <a:latin typeface="DM Sans"/>
                <a:hlinkClick r:id="rId3"/>
              </a:rPr>
              <a:t>elpolloplayero.cl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685800" cy="685800"/>
          </a:xfrm>
          <a:prstGeom prst="rect">
            <a:avLst/>
          </a:prstGeom>
        </p:spPr>
      </p:pic>
      <p:sp>
        <p:nvSpPr>
          <p:cNvPr id="4" name="Texto · EL POLLO PLAYERO"/>
          <p:cNvSpPr txBox="1"/>
          <p:nvPr/>
        </p:nvSpPr>
        <p:spPr>
          <a:xfrm>
            <a:off x="1545336" y="774862"/>
            <a:ext cx="246700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 PLAYERO</a:t>
            </a:r>
          </a:p>
        </p:txBody>
      </p:sp>
      <p:sp>
        <p:nvSpPr>
          <p:cNvPr id="5" name="Texto · 03 / 06"/>
          <p:cNvSpPr txBox="1"/>
          <p:nvPr/>
        </p:nvSpPr>
        <p:spPr>
          <a:xfrm>
            <a:off x="8503204" y="807598"/>
            <a:ext cx="750157" cy="2715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C2C3B6"/>
                </a:solidFill>
                <a:latin typeface="DM Sans"/>
              </a:rPr>
              <a:t>03 / 06</a:t>
            </a:r>
          </a:p>
        </p:txBody>
      </p:sp>
      <p:sp>
        <p:nvSpPr>
          <p:cNvPr id="6" name="Texto · ELIGE TU"/>
          <p:cNvSpPr txBox="1"/>
          <p:nvPr/>
        </p:nvSpPr>
        <p:spPr>
          <a:xfrm>
            <a:off x="658368" y="1674632"/>
            <a:ext cx="3669193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F7DE"/>
                </a:solidFill>
                <a:latin typeface="Barlow Condensed"/>
              </a:rPr>
              <a:t>ELIGE TU</a:t>
            </a:r>
          </a:p>
        </p:txBody>
      </p:sp>
      <p:sp>
        <p:nvSpPr>
          <p:cNvPr id="7" name="Texto · PRÓXIMO ANTOJO."/>
          <p:cNvSpPr txBox="1"/>
          <p:nvPr/>
        </p:nvSpPr>
        <p:spPr>
          <a:xfrm>
            <a:off x="658368" y="2726192"/>
            <a:ext cx="7304654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E500"/>
                </a:solidFill>
                <a:latin typeface="Barlow Condensed"/>
              </a:rPr>
              <a:t>PRÓXIMO ANTOJO.</a:t>
            </a:r>
          </a:p>
        </p:txBody>
      </p:sp>
      <p:sp>
        <p:nvSpPr>
          <p:cNvPr id="8" name="Texto · Revisa el menú y descubre nuestros combos."/>
          <p:cNvSpPr txBox="1"/>
          <p:nvPr/>
        </p:nvSpPr>
        <p:spPr>
          <a:xfrm>
            <a:off x="658368" y="5111313"/>
            <a:ext cx="6105391" cy="4073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>
                <a:solidFill>
                  <a:srgbClr val="C2C3B6"/>
                </a:solidFill>
                <a:latin typeface="DM Sans"/>
              </a:rPr>
              <a:t>Revisa el menú y descubre nuestros combos.</a:t>
            </a:r>
          </a:p>
        </p:txBody>
      </p:sp>
      <p:pic>
        <p:nvPicPr>
          <p:cNvPr id="9" name="Foto o captura 2" descr="imagen-ecd5d280d2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217920"/>
            <a:ext cx="8046720" cy="4023360"/>
          </a:xfrm>
          <a:prstGeom prst="rect">
            <a:avLst/>
          </a:prstGeom>
        </p:spPr>
      </p:pic>
      <p:sp>
        <p:nvSpPr>
          <p:cNvPr id="10" name="Bloque de color 9"/>
          <p:cNvSpPr/>
          <p:nvPr/>
        </p:nvSpPr>
        <p:spPr>
          <a:xfrm>
            <a:off x="658368" y="10405872"/>
            <a:ext cx="8558784" cy="548640"/>
          </a:xfrm>
          <a:prstGeom prst="roundRect">
            <a:avLst>
              <a:gd name="adj" fmla="val 30000"/>
            </a:avLst>
          </a:prstGeom>
          <a:solidFill>
            <a:srgbClr val="20261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o · Pollo · Papas · Empanadas · Jugos y más"/>
          <p:cNvSpPr txBox="1"/>
          <p:nvPr/>
        </p:nvSpPr>
        <p:spPr>
          <a:xfrm>
            <a:off x="2270267" y="10505724"/>
            <a:ext cx="5387655" cy="395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7DE"/>
                </a:solidFill>
                <a:latin typeface="DM Sans"/>
              </a:rPr>
              <a:t>Pollo · Papas · Empanadas · Jugos y más</a:t>
            </a:r>
          </a:p>
        </p:txBody>
      </p:sp>
      <p:pic>
        <p:nvPicPr>
          <p:cNvPr id="12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1521440"/>
            <a:ext cx="338328" cy="338328"/>
          </a:xfrm>
          <a:prstGeom prst="rect">
            <a:avLst/>
          </a:prstGeom>
        </p:spPr>
      </p:pic>
      <p:sp>
        <p:nvSpPr>
          <p:cNvPr id="13" name="Texto · @elpolloplayero__"/>
          <p:cNvSpPr txBox="1"/>
          <p:nvPr/>
        </p:nvSpPr>
        <p:spPr>
          <a:xfrm>
            <a:off x="1124712" y="11562588"/>
            <a:ext cx="216892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FFF7DE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14" name="Texto · elpolloplayero.cl"/>
          <p:cNvSpPr txBox="1"/>
          <p:nvPr/>
        </p:nvSpPr>
        <p:spPr>
          <a:xfrm>
            <a:off x="7127540" y="11528206"/>
            <a:ext cx="213734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u="none">
                <a:solidFill>
                  <a:srgbClr val="FFE500"/>
                </a:solidFill>
                <a:latin typeface="DM Sans"/>
                <a:hlinkClick r:id="rId6"/>
              </a:rPr>
              <a:t>elpolloplayero.cl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685800" cy="685800"/>
          </a:xfrm>
          <a:prstGeom prst="rect">
            <a:avLst/>
          </a:prstGeom>
        </p:spPr>
      </p:pic>
      <p:sp>
        <p:nvSpPr>
          <p:cNvPr id="4" name="Texto · EL POLLO PLAYERO"/>
          <p:cNvSpPr txBox="1"/>
          <p:nvPr/>
        </p:nvSpPr>
        <p:spPr>
          <a:xfrm>
            <a:off x="1545336" y="774862"/>
            <a:ext cx="246700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 PLAYERO</a:t>
            </a:r>
          </a:p>
        </p:txBody>
      </p:sp>
      <p:sp>
        <p:nvSpPr>
          <p:cNvPr id="5" name="Texto · 04 / 06"/>
          <p:cNvSpPr txBox="1"/>
          <p:nvPr/>
        </p:nvSpPr>
        <p:spPr>
          <a:xfrm>
            <a:off x="8493347" y="807598"/>
            <a:ext cx="760014" cy="2715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C2C3B6"/>
                </a:solidFill>
                <a:latin typeface="DM Sans"/>
              </a:rPr>
              <a:t>04 / 06</a:t>
            </a:r>
          </a:p>
        </p:txBody>
      </p:sp>
      <p:sp>
        <p:nvSpPr>
          <p:cNvPr id="6" name="Texto · PIDE POR"/>
          <p:cNvSpPr txBox="1"/>
          <p:nvPr/>
        </p:nvSpPr>
        <p:spPr>
          <a:xfrm>
            <a:off x="658368" y="1674632"/>
            <a:ext cx="3746451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F7DE"/>
                </a:solidFill>
                <a:latin typeface="Barlow Condensed"/>
              </a:rPr>
              <a:t>PIDE POR</a:t>
            </a:r>
          </a:p>
        </p:txBody>
      </p:sp>
      <p:sp>
        <p:nvSpPr>
          <p:cNvPr id="7" name="Texto · WHATSAPP."/>
          <p:cNvSpPr txBox="1"/>
          <p:nvPr/>
        </p:nvSpPr>
        <p:spPr>
          <a:xfrm>
            <a:off x="658368" y="2726192"/>
            <a:ext cx="4832410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E500"/>
                </a:solidFill>
                <a:latin typeface="Barlow Condensed"/>
              </a:rPr>
              <a:t>WHATSAPP.</a:t>
            </a:r>
          </a:p>
        </p:txBody>
      </p:sp>
      <p:sp>
        <p:nvSpPr>
          <p:cNvPr id="8" name="Texto · Elige en la web y habla directamente con el local."/>
          <p:cNvSpPr txBox="1"/>
          <p:nvPr/>
        </p:nvSpPr>
        <p:spPr>
          <a:xfrm>
            <a:off x="658368" y="5111313"/>
            <a:ext cx="6587321" cy="4073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>
                <a:solidFill>
                  <a:srgbClr val="C2C3B6"/>
                </a:solidFill>
                <a:latin typeface="DM Sans"/>
              </a:rPr>
              <a:t>Elige en la web y habla directamente con el local.</a:t>
            </a:r>
          </a:p>
        </p:txBody>
      </p:sp>
      <p:sp>
        <p:nvSpPr>
          <p:cNvPr id="9" name="Bloque de color 8"/>
          <p:cNvSpPr/>
          <p:nvPr/>
        </p:nvSpPr>
        <p:spPr>
          <a:xfrm>
            <a:off x="658368" y="6446520"/>
            <a:ext cx="8558784" cy="1106424"/>
          </a:xfrm>
          <a:prstGeom prst="roundRect">
            <a:avLst>
              <a:gd name="adj" fmla="val 16528"/>
            </a:avLst>
          </a:prstGeom>
          <a:solidFill>
            <a:srgbClr val="25D36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wa-blanco" descr="wa-blanco-f33182b49c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6675120"/>
            <a:ext cx="640080" cy="640080"/>
          </a:xfrm>
          <a:prstGeom prst="rect">
            <a:avLst/>
          </a:prstGeom>
        </p:spPr>
      </p:pic>
      <p:sp>
        <p:nvSpPr>
          <p:cNvPr id="11" name="Texto · Pedir por WhatsApp"/>
          <p:cNvSpPr txBox="1"/>
          <p:nvPr/>
        </p:nvSpPr>
        <p:spPr>
          <a:xfrm>
            <a:off x="2011680" y="6747174"/>
            <a:ext cx="4095722" cy="5925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6" b="1">
                <a:solidFill>
                  <a:srgbClr val="080B0A"/>
                </a:solidFill>
                <a:latin typeface="DM Sans"/>
              </a:rPr>
              <a:t>Pedir por WhatsApp</a:t>
            </a:r>
          </a:p>
        </p:txBody>
      </p:sp>
      <p:sp>
        <p:nvSpPr>
          <p:cNvPr id="12" name="Bloque de color 11"/>
          <p:cNvSpPr/>
          <p:nvPr/>
        </p:nvSpPr>
        <p:spPr>
          <a:xfrm>
            <a:off x="658368" y="7973568"/>
            <a:ext cx="8558784" cy="822960"/>
          </a:xfrm>
          <a:prstGeom prst="roundRect">
            <a:avLst>
              <a:gd name="adj" fmla="val 20000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que de color 12"/>
          <p:cNvSpPr/>
          <p:nvPr/>
        </p:nvSpPr>
        <p:spPr>
          <a:xfrm>
            <a:off x="841248" y="8174736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 · 1"/>
          <p:cNvSpPr txBox="1"/>
          <p:nvPr/>
        </p:nvSpPr>
        <p:spPr>
          <a:xfrm>
            <a:off x="1043714" y="8281537"/>
            <a:ext cx="134929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1</a:t>
            </a:r>
          </a:p>
        </p:txBody>
      </p:sp>
      <p:sp>
        <p:nvSpPr>
          <p:cNvPr id="15" name="Texto · Elige tu combo en la web."/>
          <p:cNvSpPr txBox="1"/>
          <p:nvPr/>
        </p:nvSpPr>
        <p:spPr>
          <a:xfrm>
            <a:off x="1536192" y="8282086"/>
            <a:ext cx="3231994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Elige tu combo en la web.</a:t>
            </a:r>
          </a:p>
        </p:txBody>
      </p:sp>
      <p:sp>
        <p:nvSpPr>
          <p:cNvPr id="16" name="Bloque de color 15"/>
          <p:cNvSpPr/>
          <p:nvPr/>
        </p:nvSpPr>
        <p:spPr>
          <a:xfrm>
            <a:off x="658368" y="8979408"/>
            <a:ext cx="8558784" cy="822960"/>
          </a:xfrm>
          <a:prstGeom prst="roundRect">
            <a:avLst>
              <a:gd name="adj" fmla="val 20000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loque de color 16"/>
          <p:cNvSpPr/>
          <p:nvPr/>
        </p:nvSpPr>
        <p:spPr>
          <a:xfrm>
            <a:off x="841248" y="9180576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o · 2"/>
          <p:cNvSpPr txBox="1"/>
          <p:nvPr/>
        </p:nvSpPr>
        <p:spPr>
          <a:xfrm>
            <a:off x="1016062" y="9287377"/>
            <a:ext cx="190232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2</a:t>
            </a:r>
          </a:p>
        </p:txBody>
      </p:sp>
      <p:sp>
        <p:nvSpPr>
          <p:cNvPr id="19" name="Texto · Toca «Pedir por WhatsApp»."/>
          <p:cNvSpPr txBox="1"/>
          <p:nvPr/>
        </p:nvSpPr>
        <p:spPr>
          <a:xfrm>
            <a:off x="1536192" y="9287926"/>
            <a:ext cx="3596887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Toca «Pedir por WhatsApp».</a:t>
            </a:r>
          </a:p>
        </p:txBody>
      </p:sp>
      <p:sp>
        <p:nvSpPr>
          <p:cNvPr id="20" name="Bloque de color 19"/>
          <p:cNvSpPr/>
          <p:nvPr/>
        </p:nvSpPr>
        <p:spPr>
          <a:xfrm>
            <a:off x="658368" y="9985248"/>
            <a:ext cx="8558784" cy="822960"/>
          </a:xfrm>
          <a:prstGeom prst="roundRect">
            <a:avLst>
              <a:gd name="adj" fmla="val 20000"/>
            </a:avLst>
          </a:prstGeom>
          <a:solidFill>
            <a:srgbClr val="191E16">
              <a:alpha val="100000"/>
            </a:srgbClr>
          </a:solidFill>
          <a:ln w="17780">
            <a:solidFill>
              <a:srgbClr val="FFF7DE">
                <a:alpha val="1254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loque de color 20"/>
          <p:cNvSpPr/>
          <p:nvPr/>
        </p:nvSpPr>
        <p:spPr>
          <a:xfrm>
            <a:off x="841248" y="10186416"/>
            <a:ext cx="502920" cy="502920"/>
          </a:xfrm>
          <a:prstGeom prst="roundRect">
            <a:avLst>
              <a:gd name="adj" fmla="val 25454"/>
            </a:avLst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o · 3"/>
          <p:cNvSpPr txBox="1"/>
          <p:nvPr/>
        </p:nvSpPr>
        <p:spPr>
          <a:xfrm>
            <a:off x="1012478" y="10293217"/>
            <a:ext cx="197401" cy="3456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080B0A"/>
                </a:solidFill>
                <a:latin typeface="DM Sans"/>
              </a:rPr>
              <a:t>3</a:t>
            </a:r>
          </a:p>
        </p:txBody>
      </p:sp>
      <p:sp>
        <p:nvSpPr>
          <p:cNvPr id="23" name="Texto · Consulta y confirma tu pedido."/>
          <p:cNvSpPr txBox="1"/>
          <p:nvPr/>
        </p:nvSpPr>
        <p:spPr>
          <a:xfrm>
            <a:off x="1536192" y="10293766"/>
            <a:ext cx="3939195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Consulta y confirma tu pedido.</a:t>
            </a:r>
          </a:p>
        </p:txBody>
      </p:sp>
      <p:pic>
        <p:nvPicPr>
          <p:cNvPr id="24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1521440"/>
            <a:ext cx="338328" cy="338328"/>
          </a:xfrm>
          <a:prstGeom prst="rect">
            <a:avLst/>
          </a:prstGeom>
        </p:spPr>
      </p:pic>
      <p:sp>
        <p:nvSpPr>
          <p:cNvPr id="25" name="Texto · @elpolloplayero__"/>
          <p:cNvSpPr txBox="1"/>
          <p:nvPr/>
        </p:nvSpPr>
        <p:spPr>
          <a:xfrm>
            <a:off x="1124712" y="11562588"/>
            <a:ext cx="216892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FFF7DE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26" name="Texto · elpolloplayero.cl"/>
          <p:cNvSpPr txBox="1"/>
          <p:nvPr/>
        </p:nvSpPr>
        <p:spPr>
          <a:xfrm>
            <a:off x="7127540" y="11528206"/>
            <a:ext cx="213734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u="none">
                <a:solidFill>
                  <a:srgbClr val="FFE500"/>
                </a:solidFill>
                <a:latin typeface="DM Sans"/>
                <a:hlinkClick r:id="rId6"/>
              </a:rPr>
              <a:t>elpolloplayero.cl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685800" cy="685800"/>
          </a:xfrm>
          <a:prstGeom prst="rect">
            <a:avLst/>
          </a:prstGeom>
        </p:spPr>
      </p:pic>
      <p:sp>
        <p:nvSpPr>
          <p:cNvPr id="4" name="Texto · EL POLLO PLAYERO"/>
          <p:cNvSpPr txBox="1"/>
          <p:nvPr/>
        </p:nvSpPr>
        <p:spPr>
          <a:xfrm>
            <a:off x="1545336" y="774862"/>
            <a:ext cx="246700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7DE"/>
                </a:solidFill>
                <a:latin typeface="DM Sans"/>
              </a:rPr>
              <a:t>EL POLLO PLAYERO</a:t>
            </a:r>
          </a:p>
        </p:txBody>
      </p:sp>
      <p:sp>
        <p:nvSpPr>
          <p:cNvPr id="5" name="Texto · 05 / 06"/>
          <p:cNvSpPr txBox="1"/>
          <p:nvPr/>
        </p:nvSpPr>
        <p:spPr>
          <a:xfrm>
            <a:off x="8498778" y="807598"/>
            <a:ext cx="754583" cy="2715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C2C3B6"/>
                </a:solidFill>
                <a:latin typeface="DM Sans"/>
              </a:rPr>
              <a:t>05 / 06</a:t>
            </a:r>
          </a:p>
        </p:txBody>
      </p:sp>
      <p:sp>
        <p:nvSpPr>
          <p:cNvPr id="6" name="Texto · TE ESPERAMOS EN"/>
          <p:cNvSpPr txBox="1"/>
          <p:nvPr/>
        </p:nvSpPr>
        <p:spPr>
          <a:xfrm>
            <a:off x="658368" y="1674632"/>
            <a:ext cx="7355797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F7DE"/>
                </a:solidFill>
                <a:latin typeface="Barlow Condensed"/>
              </a:rPr>
              <a:t>TE ESPERAMOS EN</a:t>
            </a:r>
          </a:p>
        </p:txBody>
      </p:sp>
      <p:sp>
        <p:nvSpPr>
          <p:cNvPr id="7" name="Texto · QUISCO NORTE."/>
          <p:cNvSpPr txBox="1"/>
          <p:nvPr/>
        </p:nvSpPr>
        <p:spPr>
          <a:xfrm>
            <a:off x="658368" y="2726192"/>
            <a:ext cx="6102264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FFE500"/>
                </a:solidFill>
                <a:latin typeface="Barlow Condensed"/>
              </a:rPr>
              <a:t>QUISCO NORTE.</a:t>
            </a:r>
          </a:p>
        </p:txBody>
      </p:sp>
      <p:sp>
        <p:nvSpPr>
          <p:cNvPr id="8" name="Texto · Encuentra nuestra ubicación y horarios en la web."/>
          <p:cNvSpPr txBox="1"/>
          <p:nvPr/>
        </p:nvSpPr>
        <p:spPr>
          <a:xfrm>
            <a:off x="658368" y="5111313"/>
            <a:ext cx="6704374" cy="4073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>
                <a:solidFill>
                  <a:srgbClr val="C2C3B6"/>
                </a:solidFill>
                <a:latin typeface="DM Sans"/>
              </a:rPr>
              <a:t>Encuentra nuestra ubicación y horarios en la web.</a:t>
            </a:r>
          </a:p>
        </p:txBody>
      </p:sp>
      <p:pic>
        <p:nvPicPr>
          <p:cNvPr id="9" name="Foto o captura 2" descr="imagen-40118410ed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492240"/>
            <a:ext cx="8558784" cy="2743200"/>
          </a:xfrm>
          <a:prstGeom prst="rect">
            <a:avLst/>
          </a:prstGeom>
        </p:spPr>
      </p:pic>
      <p:sp>
        <p:nvSpPr>
          <p:cNvPr id="10" name="Texto · Av. Isidoro Dubornais 0665"/>
          <p:cNvSpPr txBox="1"/>
          <p:nvPr/>
        </p:nvSpPr>
        <p:spPr>
          <a:xfrm>
            <a:off x="658368" y="9588764"/>
            <a:ext cx="4946970" cy="5431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FFF7DE"/>
                </a:solidFill>
                <a:latin typeface="DM Sans"/>
              </a:rPr>
              <a:t>Av. Isidoro Dubornais 0665</a:t>
            </a:r>
          </a:p>
        </p:txBody>
      </p:sp>
      <p:sp>
        <p:nvSpPr>
          <p:cNvPr id="11" name="Texto · Quisco Norte · El Quisco"/>
          <p:cNvSpPr txBox="1"/>
          <p:nvPr/>
        </p:nvSpPr>
        <p:spPr>
          <a:xfrm>
            <a:off x="658368" y="10243291"/>
            <a:ext cx="3665042" cy="4567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>
                <a:solidFill>
                  <a:srgbClr val="FFE500"/>
                </a:solidFill>
                <a:latin typeface="DM Sans"/>
              </a:rPr>
              <a:t>Quisco Norte · El Quisco</a:t>
            </a:r>
          </a:p>
        </p:txBody>
      </p:sp>
      <p:pic>
        <p:nvPicPr>
          <p:cNvPr id="12" name="ig-color" descr="ig-color-f1eeec0905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1521440"/>
            <a:ext cx="338328" cy="338328"/>
          </a:xfrm>
          <a:prstGeom prst="rect">
            <a:avLst/>
          </a:prstGeom>
        </p:spPr>
      </p:pic>
      <p:sp>
        <p:nvSpPr>
          <p:cNvPr id="13" name="Texto · @elpolloplayero__"/>
          <p:cNvSpPr txBox="1"/>
          <p:nvPr/>
        </p:nvSpPr>
        <p:spPr>
          <a:xfrm>
            <a:off x="1124712" y="11562588"/>
            <a:ext cx="216892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FFF7DE"/>
                </a:solidFill>
                <a:latin typeface="DM Sans"/>
                <a:hlinkClick r:id="rId5"/>
              </a:rPr>
              <a:t>@elpolloplayero__</a:t>
            </a:r>
          </a:p>
        </p:txBody>
      </p:sp>
      <p:sp>
        <p:nvSpPr>
          <p:cNvPr id="14" name="Texto · elpolloplayero.cl"/>
          <p:cNvSpPr txBox="1"/>
          <p:nvPr/>
        </p:nvSpPr>
        <p:spPr>
          <a:xfrm>
            <a:off x="7127540" y="11528206"/>
            <a:ext cx="213734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u="none">
                <a:solidFill>
                  <a:srgbClr val="FFE500"/>
                </a:solidFill>
                <a:latin typeface="DM Sans"/>
                <a:hlinkClick r:id="rId6"/>
              </a:rPr>
              <a:t>elpolloplayero.cl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oque de color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FFE500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que de color 2"/>
          <p:cNvSpPr/>
          <p:nvPr/>
        </p:nvSpPr>
        <p:spPr>
          <a:xfrm>
            <a:off x="9326880" y="0"/>
            <a:ext cx="548640" cy="12344400"/>
          </a:xfrm>
          <a:prstGeom prst="rect">
            <a:avLst/>
          </a:prstGeom>
          <a:solidFill>
            <a:srgbClr val="D12A3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-playero" descr="logo-playero-3c47f0007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685800" cy="685800"/>
          </a:xfrm>
          <a:prstGeom prst="rect">
            <a:avLst/>
          </a:prstGeom>
        </p:spPr>
      </p:pic>
      <p:sp>
        <p:nvSpPr>
          <p:cNvPr id="5" name="Texto · EL POLLO PLAYERO"/>
          <p:cNvSpPr txBox="1"/>
          <p:nvPr/>
        </p:nvSpPr>
        <p:spPr>
          <a:xfrm>
            <a:off x="1545336" y="774862"/>
            <a:ext cx="2467008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80B0A"/>
                </a:solidFill>
                <a:latin typeface="DM Sans"/>
              </a:rPr>
              <a:t>EL POLLO PLAYERO</a:t>
            </a:r>
          </a:p>
        </p:txBody>
      </p:sp>
      <p:sp>
        <p:nvSpPr>
          <p:cNvPr id="6" name="Texto · 06 / 06"/>
          <p:cNvSpPr txBox="1"/>
          <p:nvPr/>
        </p:nvSpPr>
        <p:spPr>
          <a:xfrm>
            <a:off x="8496163" y="807598"/>
            <a:ext cx="757198" cy="2715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80B0A"/>
                </a:solidFill>
                <a:latin typeface="DM Sans"/>
              </a:rPr>
              <a:t>06 / 06</a:t>
            </a:r>
          </a:p>
        </p:txBody>
      </p:sp>
      <p:sp>
        <p:nvSpPr>
          <p:cNvPr id="7" name="Texto · SÍGUENOS EN"/>
          <p:cNvSpPr txBox="1"/>
          <p:nvPr/>
        </p:nvSpPr>
        <p:spPr>
          <a:xfrm>
            <a:off x="658368" y="1674632"/>
            <a:ext cx="5307925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080B0A"/>
                </a:solidFill>
                <a:latin typeface="Barlow Condensed"/>
              </a:rPr>
              <a:t>SÍGUENOS EN</a:t>
            </a:r>
          </a:p>
        </p:txBody>
      </p:sp>
      <p:sp>
        <p:nvSpPr>
          <p:cNvPr id="8" name="Texto · INSTAGRAM."/>
          <p:cNvSpPr txBox="1"/>
          <p:nvPr/>
        </p:nvSpPr>
        <p:spPr>
          <a:xfrm>
            <a:off x="658368" y="2726192"/>
            <a:ext cx="4955370" cy="14689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68" b="1">
                <a:solidFill>
                  <a:srgbClr val="080B0A"/>
                </a:solidFill>
                <a:latin typeface="Barlow Condensed"/>
              </a:rPr>
              <a:t>INSTAGRAM.</a:t>
            </a:r>
          </a:p>
        </p:txBody>
      </p:sp>
      <p:sp>
        <p:nvSpPr>
          <p:cNvPr id="9" name="Texto · Promociones, novedades y noticias de El Pollo Playero."/>
          <p:cNvSpPr txBox="1"/>
          <p:nvPr/>
        </p:nvSpPr>
        <p:spPr>
          <a:xfrm>
            <a:off x="658368" y="5111313"/>
            <a:ext cx="7327598" cy="4073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>
                <a:solidFill>
                  <a:srgbClr val="080B0A"/>
                </a:solidFill>
                <a:latin typeface="DM Sans"/>
              </a:rPr>
              <a:t>Promociones, novedades y noticias de El Pollo Playero.</a:t>
            </a:r>
          </a:p>
        </p:txBody>
      </p:sp>
      <p:sp>
        <p:nvSpPr>
          <p:cNvPr id="10" name="Bloque de color 9"/>
          <p:cNvSpPr/>
          <p:nvPr/>
        </p:nvSpPr>
        <p:spPr>
          <a:xfrm>
            <a:off x="658368" y="6620256"/>
            <a:ext cx="8558784" cy="2121408"/>
          </a:xfrm>
          <a:prstGeom prst="roundRect">
            <a:avLst>
              <a:gd name="adj" fmla="val 11206"/>
            </a:avLst>
          </a:prstGeom>
          <a:solidFill>
            <a:srgbClr val="080B0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g-color" descr="ig-color-f1eeec0905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6976872"/>
            <a:ext cx="1389888" cy="1389888"/>
          </a:xfrm>
          <a:prstGeom prst="rect">
            <a:avLst/>
          </a:prstGeom>
        </p:spPr>
      </p:pic>
      <p:sp>
        <p:nvSpPr>
          <p:cNvPr id="12" name="Texto · @elpolloplayero__"/>
          <p:cNvSpPr txBox="1"/>
          <p:nvPr/>
        </p:nvSpPr>
        <p:spPr>
          <a:xfrm>
            <a:off x="2688336" y="7276063"/>
            <a:ext cx="5141766" cy="7653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64" b="1" u="none">
                <a:solidFill>
                  <a:srgbClr val="FFF7DE"/>
                </a:solidFill>
                <a:latin typeface="DM Sans"/>
                <a:hlinkClick r:id="rId4"/>
              </a:rPr>
              <a:t>@elpolloplayero__</a:t>
            </a:r>
          </a:p>
        </p:txBody>
      </p:sp>
      <p:sp>
        <p:nvSpPr>
          <p:cNvPr id="13" name="Texto · Guarda. Comparte. Mantente al tanto."/>
          <p:cNvSpPr txBox="1"/>
          <p:nvPr/>
        </p:nvSpPr>
        <p:spPr>
          <a:xfrm>
            <a:off x="658368" y="9467697"/>
            <a:ext cx="6283240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>
                <a:solidFill>
                  <a:srgbClr val="080B0A"/>
                </a:solidFill>
                <a:latin typeface="DM Sans"/>
              </a:rPr>
              <a:t>Guarda. Comparte. Mantente al tanto.</a:t>
            </a:r>
          </a:p>
        </p:txBody>
      </p:sp>
      <p:sp>
        <p:nvSpPr>
          <p:cNvPr id="14" name="Texto · Y visita nuestra web: elpolloplayero.cl"/>
          <p:cNvSpPr txBox="1"/>
          <p:nvPr/>
        </p:nvSpPr>
        <p:spPr>
          <a:xfrm>
            <a:off x="658368" y="10252435"/>
            <a:ext cx="5754295" cy="4567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>
                <a:solidFill>
                  <a:srgbClr val="080B0A"/>
                </a:solidFill>
                <a:latin typeface="DM Sans"/>
              </a:rPr>
              <a:t>Y visita nuestra web: elpolloplayero.cl</a:t>
            </a:r>
          </a:p>
        </p:txBody>
      </p:sp>
      <p:pic>
        <p:nvPicPr>
          <p:cNvPr id="15" name="ig-color" descr="ig-color-f1eeec0905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521440"/>
            <a:ext cx="338328" cy="338328"/>
          </a:xfrm>
          <a:prstGeom prst="rect">
            <a:avLst/>
          </a:prstGeom>
        </p:spPr>
      </p:pic>
      <p:sp>
        <p:nvSpPr>
          <p:cNvPr id="16" name="Texto · @elpolloplayero__"/>
          <p:cNvSpPr txBox="1"/>
          <p:nvPr/>
        </p:nvSpPr>
        <p:spPr>
          <a:xfrm>
            <a:off x="1124712" y="11562588"/>
            <a:ext cx="2168922" cy="3086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080B0A"/>
                </a:solidFill>
                <a:latin typeface="DM Sans"/>
                <a:hlinkClick r:id="rId4"/>
              </a:rPr>
              <a:t>@elpolloplayero__</a:t>
            </a:r>
          </a:p>
        </p:txBody>
      </p:sp>
      <p:sp>
        <p:nvSpPr>
          <p:cNvPr id="17" name="Texto · elpolloplayero.cl"/>
          <p:cNvSpPr txBox="1"/>
          <p:nvPr/>
        </p:nvSpPr>
        <p:spPr>
          <a:xfrm>
            <a:off x="7127540" y="11528206"/>
            <a:ext cx="2137342" cy="3579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u="none">
                <a:solidFill>
                  <a:srgbClr val="080B0A"/>
                </a:solidFill>
                <a:latin typeface="DM Sans"/>
                <a:hlinkClick r:id="rId5"/>
              </a:rPr>
              <a:t>elpolloplayero.cl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Pollo Playero · Carrusel editable</dc:title>
  <dc:subject>Para importar en Canva. Texto y formas separados de fotografías y capturas.</dc:subject>
  <dc:creator>El Pollo Playero</dc:creator>
  <cp:keywords/>
  <dc:description>generated using python-pptx</dc:description>
  <cp:lastModifiedBy>El Pollo Playero</cp:lastModifiedBy>
  <cp:revision>1</cp:revision>
  <dcterms:created xsi:type="dcterms:W3CDTF">2013-01-27T09:14:16Z</dcterms:created>
  <dcterms:modified xsi:type="dcterms:W3CDTF">2013-01-27T09:15:58Z</dcterms:modified>
  <cp:category/>
  <dc:language>es-CL</dc:language>
</cp:coreProperties>
</file>