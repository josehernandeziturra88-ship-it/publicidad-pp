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875520" cy="175564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Textos, formas e imágenes separados para editar en Canva. Las capturas de la web son imágenes; su texto interno no se convierte a texto editable. Escena 1. Duración sugerida: 3 segundos. Reaplicar las animaciones dentro de Canva.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Textos, formas e imágenes separados para editar en Canva. Las capturas de la web son imágenes; su texto interno no se convierte a texto editable. Escena 2. Duración sugerida: 6 segundos. Reaplicar las animaciones dentro de Canva.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Textos, formas e imágenes separados para editar en Canva. Las capturas de la web son imágenes; su texto interno no se convierte a texto editable. Escena 3. Duración sugerida: 5 segundos. Reaplicar las animaciones dentro de Canva.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Textos, formas e imágenes separados para editar en Canva. Las capturas de la web son imágenes; su texto interno no se convierte a texto editable. Escena 4. Duración sugerida: 5 segundos. Reaplicar las animaciones dentro de Canva.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Textos, formas e imágenes separados para editar en Canva. Las capturas de la web son imágenes; su texto interno no se convierte a texto editable. Escena 5. Duración sugerida: 6 segundos. Reaplicar las animaciones dentro de Canva.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Textos, formas e imágenes separados para editar en Canva. Las capturas de la web son imágenes; su texto interno no se convierte a texto editable. Escena 6. Duración sugerida: 4 segundos. Reaplicar las animaciones dentro de Canva.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Textos, formas e imágenes separados para editar en Canva. Las capturas de la web son imágenes; su texto interno no se convierte a texto editable. Escena 7. Duración sugerida: 5 segundos. Reaplicar las animaciones dentro de Canva.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Textos, formas e imágenes separados para editar en Canva. Las capturas de la web son imágenes; su texto interno no se convierte a texto editable. Escena 8. Duración sugerida: 6 segundos. Reaplicar las animaciones dentro de Canva.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elpolloplayero.cl/" TargetMode="External"/><Relationship Id="rId5" Type="http://schemas.openxmlformats.org/officeDocument/2006/relationships/image" Target="../media/image3.png"/><Relationship Id="rId6" Type="http://schemas.openxmlformats.org/officeDocument/2006/relationships/hyperlink" Target="https://www.instagram.com/elpolloplayero__/" TargetMode="External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elpolloplayero.cl/" TargetMode="External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3.png"/><Relationship Id="rId7" Type="http://schemas.openxmlformats.org/officeDocument/2006/relationships/hyperlink" Target="https://www.instagram.com/elpolloplayero__/" TargetMode="External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hyperlink" Target="https://www.instagram.com/elpolloplayero__/" TargetMode="External"/><Relationship Id="rId7" Type="http://schemas.openxmlformats.org/officeDocument/2006/relationships/hyperlink" Target="https://elpolloplayero.cl/" TargetMode="External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hyperlink" Target="https://www.instagram.com/elpolloplayero__/" TargetMode="External"/><Relationship Id="rId6" Type="http://schemas.openxmlformats.org/officeDocument/2006/relationships/hyperlink" Target="https://elpolloplayero.cl/" TargetMode="Externa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hyperlink" Target="https://www.instagram.com/elpolloplayero__/" TargetMode="External"/><Relationship Id="rId6" Type="http://schemas.openxmlformats.org/officeDocument/2006/relationships/hyperlink" Target="https://elpolloplayero.cl/" TargetMode="Externa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hyperlink" Target="https://www.instagram.com/elpolloplayero__/" TargetMode="External"/><Relationship Id="rId6" Type="http://schemas.openxmlformats.org/officeDocument/2006/relationships/hyperlink" Target="https://elpolloplayero.cl/" TargetMode="Externa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instagram.com/elpolloplayero__/" TargetMode="External"/><Relationship Id="rId5" Type="http://schemas.openxmlformats.org/officeDocument/2006/relationships/hyperlink" Target="https://elpolloplayero.cl/" TargetMode="Externa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elpolloplayero.cl/" TargetMode="External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hyperlink" Target="https://www.instagram.com/elpolloplayero__/" TargetMode="Externa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loque de color 1"/>
          <p:cNvSpPr/>
          <p:nvPr/>
        </p:nvSpPr>
        <p:spPr>
          <a:xfrm>
            <a:off x="0" y="0"/>
            <a:ext cx="9875520" cy="17556480"/>
          </a:xfrm>
          <a:prstGeom prst="rect">
            <a:avLst/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loque de color 2"/>
          <p:cNvSpPr/>
          <p:nvPr/>
        </p:nvSpPr>
        <p:spPr>
          <a:xfrm>
            <a:off x="9326880" y="0"/>
            <a:ext cx="548640" cy="17556480"/>
          </a:xfrm>
          <a:prstGeom prst="rect">
            <a:avLst/>
          </a:prstGeom>
          <a:solidFill>
            <a:srgbClr val="D12A3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logo-playero" descr="logo-playero-3c47f00073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94944" cy="694944"/>
          </a:xfrm>
          <a:prstGeom prst="rect">
            <a:avLst/>
          </a:prstGeom>
        </p:spPr>
      </p:pic>
      <p:sp>
        <p:nvSpPr>
          <p:cNvPr id="5" name="Texto · EL POLLO"/>
          <p:cNvSpPr txBox="1"/>
          <p:nvPr/>
        </p:nvSpPr>
        <p:spPr>
          <a:xfrm>
            <a:off x="1627632" y="1360078"/>
            <a:ext cx="1249568" cy="3579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080B0A"/>
                </a:solidFill>
                <a:latin typeface="DM Sans"/>
              </a:rPr>
              <a:t>EL POLLO</a:t>
            </a:r>
          </a:p>
        </p:txBody>
      </p:sp>
      <p:sp>
        <p:nvSpPr>
          <p:cNvPr id="6" name="Texto · PLAYERO"/>
          <p:cNvSpPr txBox="1"/>
          <p:nvPr/>
        </p:nvSpPr>
        <p:spPr>
          <a:xfrm>
            <a:off x="1627632" y="1670974"/>
            <a:ext cx="1206567" cy="3579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080B0A"/>
                </a:solidFill>
                <a:latin typeface="DM Sans"/>
              </a:rPr>
              <a:t>PLAYERO</a:t>
            </a:r>
          </a:p>
        </p:txBody>
      </p:sp>
      <p:sp>
        <p:nvSpPr>
          <p:cNvPr id="7" name="Texto · QUISCO NORTE"/>
          <p:cNvSpPr txBox="1"/>
          <p:nvPr/>
        </p:nvSpPr>
        <p:spPr>
          <a:xfrm>
            <a:off x="7717075" y="1556857"/>
            <a:ext cx="1461488" cy="259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>
                <a:solidFill>
                  <a:srgbClr val="080B0A"/>
                </a:solidFill>
                <a:latin typeface="DM Sans"/>
              </a:rPr>
              <a:t>QUISCO NORTE</a:t>
            </a:r>
          </a:p>
        </p:txBody>
      </p:sp>
      <p:sp>
        <p:nvSpPr>
          <p:cNvPr id="8" name="Bloque de color 7"/>
          <p:cNvSpPr/>
          <p:nvPr/>
        </p:nvSpPr>
        <p:spPr>
          <a:xfrm>
            <a:off x="731520" y="2578608"/>
            <a:ext cx="530352" cy="493776"/>
          </a:xfrm>
          <a:prstGeom prst="roundRect">
            <a:avLst>
              <a:gd name="adj" fmla="val 24074"/>
            </a:avLst>
          </a:prstGeom>
          <a:solidFill>
            <a:srgbClr val="080B0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o · ★"/>
          <p:cNvSpPr txBox="1"/>
          <p:nvPr/>
        </p:nvSpPr>
        <p:spPr>
          <a:xfrm>
            <a:off x="890129" y="2702600"/>
            <a:ext cx="255927" cy="32095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>
                <a:solidFill>
                  <a:srgbClr val="FFE500"/>
                </a:solidFill>
                <a:latin typeface="DM Sans"/>
              </a:rPr>
              <a:t>★</a:t>
            </a:r>
          </a:p>
        </p:txBody>
      </p:sp>
      <p:sp>
        <p:nvSpPr>
          <p:cNvPr id="10" name="Texto · LA NUEVA WEB DE EL POLLO PLAYERO"/>
          <p:cNvSpPr txBox="1"/>
          <p:nvPr/>
        </p:nvSpPr>
        <p:spPr>
          <a:xfrm>
            <a:off x="1417320" y="2719791"/>
            <a:ext cx="4064329" cy="29626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>
                <a:solidFill>
                  <a:srgbClr val="080B0A"/>
                </a:solidFill>
                <a:latin typeface="DM Sans"/>
              </a:rPr>
              <a:t>LA NUEVA WEB DE EL POLLO PLAYERO</a:t>
            </a:r>
          </a:p>
        </p:txBody>
      </p:sp>
      <p:sp>
        <p:nvSpPr>
          <p:cNvPr id="11" name="Texto · ¡ESTRENAMOS"/>
          <p:cNvSpPr txBox="1"/>
          <p:nvPr/>
        </p:nvSpPr>
        <p:spPr>
          <a:xfrm>
            <a:off x="731520" y="3302629"/>
            <a:ext cx="7399485" cy="188869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16" b="1">
                <a:solidFill>
                  <a:srgbClr val="080B0A"/>
                </a:solidFill>
                <a:latin typeface="Barlow Condensed"/>
              </a:rPr>
              <a:t>¡ESTRENAMOS</a:t>
            </a:r>
          </a:p>
        </p:txBody>
      </p:sp>
      <p:sp>
        <p:nvSpPr>
          <p:cNvPr id="12" name="Texto · NUEVA WEB!"/>
          <p:cNvSpPr txBox="1"/>
          <p:nvPr/>
        </p:nvSpPr>
        <p:spPr>
          <a:xfrm>
            <a:off x="731520" y="4326757"/>
            <a:ext cx="6526489" cy="188869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16" b="1">
                <a:solidFill>
                  <a:srgbClr val="D12A31"/>
                </a:solidFill>
                <a:latin typeface="Barlow Condensed"/>
              </a:rPr>
              <a:t>NUEVA WEB!</a:t>
            </a:r>
          </a:p>
        </p:txBody>
      </p:sp>
      <p:sp>
        <p:nvSpPr>
          <p:cNvPr id="13" name="Texto · Menú, promociones y contacto. Todo en un solo lugar."/>
          <p:cNvSpPr txBox="1"/>
          <p:nvPr/>
        </p:nvSpPr>
        <p:spPr>
          <a:xfrm>
            <a:off x="731520" y="6413601"/>
            <a:ext cx="8415701" cy="4937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79" b="0">
                <a:solidFill>
                  <a:srgbClr val="080B0A"/>
                </a:solidFill>
                <a:latin typeface="DM Sans"/>
              </a:rPr>
              <a:t>Menú, promociones y contacto. Todo en un solo lugar.</a:t>
            </a:r>
          </a:p>
        </p:txBody>
      </p:sp>
      <p:pic>
        <p:nvPicPr>
          <p:cNvPr id="14" name="Foto o captura 2" descr="imagen-7b98d2d17a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8046720"/>
            <a:ext cx="8778240" cy="4389120"/>
          </a:xfrm>
          <a:prstGeom prst="rect">
            <a:avLst/>
          </a:prstGeom>
        </p:spPr>
      </p:pic>
      <p:sp>
        <p:nvSpPr>
          <p:cNvPr id="15" name="Bloque de color 14"/>
          <p:cNvSpPr/>
          <p:nvPr/>
        </p:nvSpPr>
        <p:spPr>
          <a:xfrm>
            <a:off x="731520" y="12938760"/>
            <a:ext cx="8412480" cy="859536"/>
          </a:xfrm>
          <a:prstGeom prst="roundRect">
            <a:avLst>
              <a:gd name="adj" fmla="val 50000"/>
            </a:avLst>
          </a:prstGeom>
          <a:solidFill>
            <a:srgbClr val="080B0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o · elpolloplayero.cl"/>
          <p:cNvSpPr txBox="1"/>
          <p:nvPr/>
        </p:nvSpPr>
        <p:spPr>
          <a:xfrm>
            <a:off x="3084770" y="13042087"/>
            <a:ext cx="3796504" cy="67894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60" b="1" u="none">
                <a:solidFill>
                  <a:srgbClr val="FFE500"/>
                </a:solidFill>
                <a:latin typeface="DM Sans"/>
                <a:hlinkClick r:id="rId4"/>
              </a:rPr>
              <a:t>elpolloplayero.cl</a:t>
            </a:r>
          </a:p>
        </p:txBody>
      </p:sp>
      <p:sp>
        <p:nvSpPr>
          <p:cNvPr id="17" name="Bloque de color 16"/>
          <p:cNvSpPr/>
          <p:nvPr/>
        </p:nvSpPr>
        <p:spPr>
          <a:xfrm>
            <a:off x="731520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080B0A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loque de color 17"/>
          <p:cNvSpPr/>
          <p:nvPr/>
        </p:nvSpPr>
        <p:spPr>
          <a:xfrm>
            <a:off x="731520" y="14392656"/>
            <a:ext cx="784860" cy="36576"/>
          </a:xfrm>
          <a:prstGeom prst="roundRect">
            <a:avLst>
              <a:gd name="adj" fmla="val 50000"/>
            </a:avLst>
          </a:prstGeom>
          <a:solidFill>
            <a:srgbClr val="080B0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loque de color 18"/>
          <p:cNvSpPr/>
          <p:nvPr/>
        </p:nvSpPr>
        <p:spPr>
          <a:xfrm>
            <a:off x="1792224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080B0A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loque de color 19"/>
          <p:cNvSpPr/>
          <p:nvPr/>
        </p:nvSpPr>
        <p:spPr>
          <a:xfrm>
            <a:off x="2852928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080B0A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loque de color 20"/>
          <p:cNvSpPr/>
          <p:nvPr/>
        </p:nvSpPr>
        <p:spPr>
          <a:xfrm>
            <a:off x="3913632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080B0A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loque de color 21"/>
          <p:cNvSpPr/>
          <p:nvPr/>
        </p:nvSpPr>
        <p:spPr>
          <a:xfrm>
            <a:off x="4974336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080B0A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loque de color 22"/>
          <p:cNvSpPr/>
          <p:nvPr/>
        </p:nvSpPr>
        <p:spPr>
          <a:xfrm>
            <a:off x="6035040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080B0A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loque de color 23"/>
          <p:cNvSpPr/>
          <p:nvPr/>
        </p:nvSpPr>
        <p:spPr>
          <a:xfrm>
            <a:off x="7095744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080B0A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loque de color 24"/>
          <p:cNvSpPr/>
          <p:nvPr/>
        </p:nvSpPr>
        <p:spPr>
          <a:xfrm>
            <a:off x="8156448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080B0A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g-color" descr="ig-color-f1eeec0905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4721840"/>
            <a:ext cx="329184" cy="329184"/>
          </a:xfrm>
          <a:prstGeom prst="rect">
            <a:avLst/>
          </a:prstGeom>
        </p:spPr>
      </p:pic>
      <p:sp>
        <p:nvSpPr>
          <p:cNvPr id="27" name="Texto · @elpolloplayero__"/>
          <p:cNvSpPr txBox="1"/>
          <p:nvPr/>
        </p:nvSpPr>
        <p:spPr>
          <a:xfrm>
            <a:off x="1188720" y="14772132"/>
            <a:ext cx="2147705" cy="30861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u="none">
                <a:solidFill>
                  <a:srgbClr val="080B0A"/>
                </a:solidFill>
                <a:latin typeface="DM Sans"/>
                <a:hlinkClick r:id="rId6"/>
              </a:rPr>
              <a:t>@elpolloplayero__</a:t>
            </a:r>
          </a:p>
        </p:txBody>
      </p:sp>
      <p:sp>
        <p:nvSpPr>
          <p:cNvPr id="28" name="Texto · elpolloplayero.cl"/>
          <p:cNvSpPr txBox="1"/>
          <p:nvPr/>
        </p:nvSpPr>
        <p:spPr>
          <a:xfrm>
            <a:off x="7124113" y="14746345"/>
            <a:ext cx="2065972" cy="34564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u="none">
                <a:solidFill>
                  <a:srgbClr val="080B0A"/>
                </a:solidFill>
                <a:latin typeface="DM Sans"/>
                <a:hlinkClick r:id="rId4"/>
              </a:rPr>
              <a:t>elpolloplayero.cl</a:t>
            </a:r>
          </a:p>
        </p:txBody>
      </p:sp>
    </p:spTree>
  </p:cSld>
  <p:clrMapOvr>
    <a:masterClrMapping/>
  </p:clrMapOvr>
  <p:transition advTm="3000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loque de color 1"/>
          <p:cNvSpPr/>
          <p:nvPr/>
        </p:nvSpPr>
        <p:spPr>
          <a:xfrm>
            <a:off x="0" y="0"/>
            <a:ext cx="9875520" cy="17556480"/>
          </a:xfrm>
          <a:prstGeom prst="rect">
            <a:avLst/>
          </a:prstGeom>
          <a:solidFill>
            <a:srgbClr val="080B0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logo-playero" descr="logo-playero-3c47f00073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94944" cy="694944"/>
          </a:xfrm>
          <a:prstGeom prst="rect">
            <a:avLst/>
          </a:prstGeom>
        </p:spPr>
      </p:pic>
      <p:sp>
        <p:nvSpPr>
          <p:cNvPr id="4" name="Texto · EL POLLO"/>
          <p:cNvSpPr txBox="1"/>
          <p:nvPr/>
        </p:nvSpPr>
        <p:spPr>
          <a:xfrm>
            <a:off x="1627632" y="1360078"/>
            <a:ext cx="1249568" cy="3579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FFF7DE"/>
                </a:solidFill>
                <a:latin typeface="DM Sans"/>
              </a:rPr>
              <a:t>EL POLLO</a:t>
            </a:r>
          </a:p>
        </p:txBody>
      </p:sp>
      <p:sp>
        <p:nvSpPr>
          <p:cNvPr id="5" name="Texto · PLAYERO"/>
          <p:cNvSpPr txBox="1"/>
          <p:nvPr/>
        </p:nvSpPr>
        <p:spPr>
          <a:xfrm>
            <a:off x="1627632" y="1670974"/>
            <a:ext cx="1206567" cy="3579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FFF7DE"/>
                </a:solidFill>
                <a:latin typeface="DM Sans"/>
              </a:rPr>
              <a:t>PLAYERO</a:t>
            </a:r>
          </a:p>
        </p:txBody>
      </p:sp>
      <p:sp>
        <p:nvSpPr>
          <p:cNvPr id="6" name="Texto · QUISCO NORTE"/>
          <p:cNvSpPr txBox="1"/>
          <p:nvPr/>
        </p:nvSpPr>
        <p:spPr>
          <a:xfrm>
            <a:off x="7717075" y="1556857"/>
            <a:ext cx="1461488" cy="259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>
                <a:solidFill>
                  <a:srgbClr val="C2C3B6"/>
                </a:solidFill>
                <a:latin typeface="DM Sans"/>
              </a:rPr>
              <a:t>QUISCO NORTE</a:t>
            </a:r>
          </a:p>
        </p:txBody>
      </p:sp>
      <p:sp>
        <p:nvSpPr>
          <p:cNvPr id="7" name="Bloque de color 6"/>
          <p:cNvSpPr/>
          <p:nvPr/>
        </p:nvSpPr>
        <p:spPr>
          <a:xfrm>
            <a:off x="731520" y="2578608"/>
            <a:ext cx="530352" cy="493776"/>
          </a:xfrm>
          <a:prstGeom prst="roundRect">
            <a:avLst>
              <a:gd name="adj" fmla="val 24074"/>
            </a:avLst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o · 01"/>
          <p:cNvSpPr txBox="1"/>
          <p:nvPr/>
        </p:nvSpPr>
        <p:spPr>
          <a:xfrm>
            <a:off x="870216" y="2702600"/>
            <a:ext cx="295753" cy="32095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>
                <a:solidFill>
                  <a:srgbClr val="080B0A"/>
                </a:solidFill>
                <a:latin typeface="DM Sans"/>
              </a:rPr>
              <a:t>01</a:t>
            </a:r>
          </a:p>
        </p:txBody>
      </p:sp>
      <p:sp>
        <p:nvSpPr>
          <p:cNvPr id="9" name="Texto · CÓMO ACCEDER"/>
          <p:cNvSpPr txBox="1"/>
          <p:nvPr/>
        </p:nvSpPr>
        <p:spPr>
          <a:xfrm>
            <a:off x="1417320" y="2719791"/>
            <a:ext cx="1818626" cy="29626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>
                <a:solidFill>
                  <a:srgbClr val="FFF7DE"/>
                </a:solidFill>
                <a:latin typeface="DM Sans"/>
              </a:rPr>
              <a:t>CÓMO ACCEDER</a:t>
            </a:r>
          </a:p>
        </p:txBody>
      </p:sp>
      <p:sp>
        <p:nvSpPr>
          <p:cNvPr id="10" name="Texto · ASÍ ENTRAS"/>
          <p:cNvSpPr txBox="1"/>
          <p:nvPr/>
        </p:nvSpPr>
        <p:spPr>
          <a:xfrm>
            <a:off x="731520" y="3179551"/>
            <a:ext cx="4524596" cy="138257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64" b="1">
                <a:solidFill>
                  <a:srgbClr val="FFF7DE"/>
                </a:solidFill>
                <a:latin typeface="Barlow Condensed"/>
              </a:rPr>
              <a:t>ASÍ ENTRAS</a:t>
            </a:r>
          </a:p>
        </p:txBody>
      </p:sp>
      <p:sp>
        <p:nvSpPr>
          <p:cNvPr id="11" name="Texto · A NUESTRA WEB."/>
          <p:cNvSpPr txBox="1"/>
          <p:nvPr/>
        </p:nvSpPr>
        <p:spPr>
          <a:xfrm>
            <a:off x="731520" y="4203679"/>
            <a:ext cx="6464295" cy="138257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64" b="1">
                <a:solidFill>
                  <a:srgbClr val="FFE500"/>
                </a:solidFill>
                <a:latin typeface="Barlow Condensed"/>
              </a:rPr>
              <a:t>A NUESTRA WEB.</a:t>
            </a:r>
          </a:p>
        </p:txBody>
      </p:sp>
      <p:sp>
        <p:nvSpPr>
          <p:cNvPr id="12" name="Texto · Abre Chrome o Safari y escribe esta dirección:"/>
          <p:cNvSpPr txBox="1"/>
          <p:nvPr/>
        </p:nvSpPr>
        <p:spPr>
          <a:xfrm>
            <a:off x="731520" y="5642762"/>
            <a:ext cx="6568169" cy="43205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20" b="0">
                <a:solidFill>
                  <a:srgbClr val="C2C3B6"/>
                </a:solidFill>
                <a:latin typeface="DM Sans"/>
              </a:rPr>
              <a:t>Abre Chrome o Safari y escribe esta dirección:</a:t>
            </a:r>
          </a:p>
        </p:txBody>
      </p:sp>
      <p:sp>
        <p:nvSpPr>
          <p:cNvPr id="13" name="Bloque de color 12"/>
          <p:cNvSpPr/>
          <p:nvPr/>
        </p:nvSpPr>
        <p:spPr>
          <a:xfrm>
            <a:off x="731520" y="6739128"/>
            <a:ext cx="8412480" cy="6263640"/>
          </a:xfrm>
          <a:prstGeom prst="roundRect">
            <a:avLst>
              <a:gd name="adj" fmla="val 3211"/>
            </a:avLst>
          </a:prstGeom>
          <a:solidFill>
            <a:srgbClr val="1C211B">
              <a:alpha val="100000"/>
            </a:srgbClr>
          </a:solidFill>
          <a:ln w="17780">
            <a:solidFill>
              <a:srgbClr val="6B7462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loque de color 13"/>
          <p:cNvSpPr/>
          <p:nvPr/>
        </p:nvSpPr>
        <p:spPr>
          <a:xfrm>
            <a:off x="896112" y="6894576"/>
            <a:ext cx="8083296" cy="667512"/>
          </a:xfrm>
          <a:prstGeom prst="roundRect">
            <a:avLst>
              <a:gd name="adj" fmla="val 16438"/>
            </a:avLst>
          </a:prstGeom>
          <a:solidFill>
            <a:srgbClr val="FFF7D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o · elpolloplayero.cl"/>
          <p:cNvSpPr txBox="1"/>
          <p:nvPr/>
        </p:nvSpPr>
        <p:spPr>
          <a:xfrm>
            <a:off x="1115568" y="6998268"/>
            <a:ext cx="2661851" cy="48143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8" b="1" u="none">
                <a:solidFill>
                  <a:srgbClr val="080B0A"/>
                </a:solidFill>
                <a:latin typeface="DM Sans"/>
                <a:hlinkClick r:id="rId3"/>
              </a:rPr>
              <a:t>elpolloplayero.cl</a:t>
            </a:r>
          </a:p>
        </p:txBody>
      </p:sp>
      <p:sp>
        <p:nvSpPr>
          <p:cNvPr id="16" name="Bloque de color 15"/>
          <p:cNvSpPr/>
          <p:nvPr/>
        </p:nvSpPr>
        <p:spPr>
          <a:xfrm>
            <a:off x="8046720" y="7022592"/>
            <a:ext cx="758952" cy="402336"/>
          </a:xfrm>
          <a:prstGeom prst="roundRect">
            <a:avLst>
              <a:gd name="adj" fmla="val 22727"/>
            </a:avLst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o · Ir →"/>
          <p:cNvSpPr txBox="1"/>
          <p:nvPr/>
        </p:nvSpPr>
        <p:spPr>
          <a:xfrm>
            <a:off x="8244120" y="7108362"/>
            <a:ext cx="392862" cy="2839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1">
                <a:solidFill>
                  <a:srgbClr val="080B0A"/>
                </a:solidFill>
                <a:latin typeface="DM Sans"/>
              </a:rPr>
              <a:t>Ir →</a:t>
            </a:r>
          </a:p>
        </p:txBody>
      </p:sp>
      <p:pic>
        <p:nvPicPr>
          <p:cNvPr id="18" name="Foto o captura 2" descr="imagen-77e314c0a6c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7699248"/>
            <a:ext cx="8083296" cy="5129784"/>
          </a:xfrm>
          <a:prstGeom prst="rect">
            <a:avLst/>
          </a:prstGeom>
        </p:spPr>
      </p:pic>
      <p:pic>
        <p:nvPicPr>
          <p:cNvPr id="19" name="wa-color" descr="wa-color-5f465f8b676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3441680"/>
            <a:ext cx="393192" cy="393192"/>
          </a:xfrm>
          <a:prstGeom prst="rect">
            <a:avLst/>
          </a:prstGeom>
        </p:spPr>
      </p:pic>
      <p:sp>
        <p:nvSpPr>
          <p:cNvPr id="20" name="Texto · Explora el menú y encuentra el botón para pedir."/>
          <p:cNvSpPr txBox="1"/>
          <p:nvPr/>
        </p:nvSpPr>
        <p:spPr>
          <a:xfrm>
            <a:off x="1325880" y="13502761"/>
            <a:ext cx="5860809" cy="34564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0">
                <a:solidFill>
                  <a:srgbClr val="FFF7DE"/>
                </a:solidFill>
                <a:latin typeface="DM Sans"/>
              </a:rPr>
              <a:t>Explora el menú y encuentra el botón para pedir.</a:t>
            </a:r>
          </a:p>
        </p:txBody>
      </p:sp>
      <p:sp>
        <p:nvSpPr>
          <p:cNvPr id="21" name="Bloque de color 20"/>
          <p:cNvSpPr/>
          <p:nvPr/>
        </p:nvSpPr>
        <p:spPr>
          <a:xfrm>
            <a:off x="731520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F7DE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loque de color 21"/>
          <p:cNvSpPr/>
          <p:nvPr/>
        </p:nvSpPr>
        <p:spPr>
          <a:xfrm>
            <a:off x="731520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loque de color 22"/>
          <p:cNvSpPr/>
          <p:nvPr/>
        </p:nvSpPr>
        <p:spPr>
          <a:xfrm>
            <a:off x="1792224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F7DE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loque de color 23"/>
          <p:cNvSpPr/>
          <p:nvPr/>
        </p:nvSpPr>
        <p:spPr>
          <a:xfrm>
            <a:off x="1792224" y="14392656"/>
            <a:ext cx="863345" cy="36576"/>
          </a:xfrm>
          <a:prstGeom prst="roundRect">
            <a:avLst>
              <a:gd name="adj" fmla="val 50000"/>
            </a:avLst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loque de color 24"/>
          <p:cNvSpPr/>
          <p:nvPr/>
        </p:nvSpPr>
        <p:spPr>
          <a:xfrm>
            <a:off x="2852928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F7DE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loque de color 25"/>
          <p:cNvSpPr/>
          <p:nvPr/>
        </p:nvSpPr>
        <p:spPr>
          <a:xfrm>
            <a:off x="3913632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F7DE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loque de color 26"/>
          <p:cNvSpPr/>
          <p:nvPr/>
        </p:nvSpPr>
        <p:spPr>
          <a:xfrm>
            <a:off x="4974336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F7DE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loque de color 27"/>
          <p:cNvSpPr/>
          <p:nvPr/>
        </p:nvSpPr>
        <p:spPr>
          <a:xfrm>
            <a:off x="6035040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F7DE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loque de color 28"/>
          <p:cNvSpPr/>
          <p:nvPr/>
        </p:nvSpPr>
        <p:spPr>
          <a:xfrm>
            <a:off x="7095744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F7DE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loque de color 29"/>
          <p:cNvSpPr/>
          <p:nvPr/>
        </p:nvSpPr>
        <p:spPr>
          <a:xfrm>
            <a:off x="8156448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F7DE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ig-color" descr="ig-color-f1eeec0905a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14721840"/>
            <a:ext cx="329184" cy="329184"/>
          </a:xfrm>
          <a:prstGeom prst="rect">
            <a:avLst/>
          </a:prstGeom>
        </p:spPr>
      </p:pic>
      <p:sp>
        <p:nvSpPr>
          <p:cNvPr id="32" name="Texto · @elpolloplayero__"/>
          <p:cNvSpPr txBox="1"/>
          <p:nvPr/>
        </p:nvSpPr>
        <p:spPr>
          <a:xfrm>
            <a:off x="1188720" y="14772132"/>
            <a:ext cx="2147705" cy="30861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u="none">
                <a:solidFill>
                  <a:srgbClr val="FFF7DE"/>
                </a:solidFill>
                <a:latin typeface="DM Sans"/>
                <a:hlinkClick r:id="rId7"/>
              </a:rPr>
              <a:t>@elpolloplayero__</a:t>
            </a:r>
          </a:p>
        </p:txBody>
      </p:sp>
      <p:sp>
        <p:nvSpPr>
          <p:cNvPr id="33" name="Texto · elpolloplayero.cl"/>
          <p:cNvSpPr txBox="1"/>
          <p:nvPr/>
        </p:nvSpPr>
        <p:spPr>
          <a:xfrm>
            <a:off x="7124113" y="14746345"/>
            <a:ext cx="2065972" cy="34564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u="none">
                <a:solidFill>
                  <a:srgbClr val="FFE500"/>
                </a:solidFill>
                <a:latin typeface="DM Sans"/>
                <a:hlinkClick r:id="rId3"/>
              </a:rPr>
              <a:t>elpolloplayero.cl</a:t>
            </a:r>
          </a:p>
        </p:txBody>
      </p:sp>
    </p:spTree>
  </p:cSld>
  <p:clrMapOvr>
    <a:masterClrMapping/>
  </p:clrMapOvr>
  <p:transition advTm="6000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loque de color 1"/>
          <p:cNvSpPr/>
          <p:nvPr/>
        </p:nvSpPr>
        <p:spPr>
          <a:xfrm>
            <a:off x="0" y="0"/>
            <a:ext cx="9875520" cy="17556480"/>
          </a:xfrm>
          <a:prstGeom prst="rect">
            <a:avLst/>
          </a:prstGeom>
          <a:solidFill>
            <a:srgbClr val="080B0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logo-playero" descr="logo-playero-3c47f00073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94944" cy="694944"/>
          </a:xfrm>
          <a:prstGeom prst="rect">
            <a:avLst/>
          </a:prstGeom>
        </p:spPr>
      </p:pic>
      <p:sp>
        <p:nvSpPr>
          <p:cNvPr id="4" name="Texto · EL POLLO"/>
          <p:cNvSpPr txBox="1"/>
          <p:nvPr/>
        </p:nvSpPr>
        <p:spPr>
          <a:xfrm>
            <a:off x="1627632" y="1360078"/>
            <a:ext cx="1249568" cy="3579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FFF7DE"/>
                </a:solidFill>
                <a:latin typeface="DM Sans"/>
              </a:rPr>
              <a:t>EL POLLO</a:t>
            </a:r>
          </a:p>
        </p:txBody>
      </p:sp>
      <p:sp>
        <p:nvSpPr>
          <p:cNvPr id="5" name="Texto · PLAYERO"/>
          <p:cNvSpPr txBox="1"/>
          <p:nvPr/>
        </p:nvSpPr>
        <p:spPr>
          <a:xfrm>
            <a:off x="1627632" y="1670974"/>
            <a:ext cx="1206567" cy="3579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FFF7DE"/>
                </a:solidFill>
                <a:latin typeface="DM Sans"/>
              </a:rPr>
              <a:t>PLAYERO</a:t>
            </a:r>
          </a:p>
        </p:txBody>
      </p:sp>
      <p:sp>
        <p:nvSpPr>
          <p:cNvPr id="6" name="Texto · QUISCO NORTE"/>
          <p:cNvSpPr txBox="1"/>
          <p:nvPr/>
        </p:nvSpPr>
        <p:spPr>
          <a:xfrm>
            <a:off x="7717075" y="1556857"/>
            <a:ext cx="1461488" cy="259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>
                <a:solidFill>
                  <a:srgbClr val="C2C3B6"/>
                </a:solidFill>
                <a:latin typeface="DM Sans"/>
              </a:rPr>
              <a:t>QUISCO NORTE</a:t>
            </a:r>
          </a:p>
        </p:txBody>
      </p:sp>
      <p:sp>
        <p:nvSpPr>
          <p:cNvPr id="7" name="Bloque de color 6"/>
          <p:cNvSpPr/>
          <p:nvPr/>
        </p:nvSpPr>
        <p:spPr>
          <a:xfrm>
            <a:off x="731520" y="2578608"/>
            <a:ext cx="530352" cy="493776"/>
          </a:xfrm>
          <a:prstGeom prst="roundRect">
            <a:avLst>
              <a:gd name="adj" fmla="val 24074"/>
            </a:avLst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o · 02"/>
          <p:cNvSpPr txBox="1"/>
          <p:nvPr/>
        </p:nvSpPr>
        <p:spPr>
          <a:xfrm>
            <a:off x="845082" y="2702600"/>
            <a:ext cx="346021" cy="32095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>
                <a:solidFill>
                  <a:srgbClr val="080B0A"/>
                </a:solidFill>
                <a:latin typeface="DM Sans"/>
              </a:rPr>
              <a:t>02</a:t>
            </a:r>
          </a:p>
        </p:txBody>
      </p:sp>
      <p:sp>
        <p:nvSpPr>
          <p:cNvPr id="9" name="Texto · DESCUBRE LAS PROMOCIONES"/>
          <p:cNvSpPr txBox="1"/>
          <p:nvPr/>
        </p:nvSpPr>
        <p:spPr>
          <a:xfrm>
            <a:off x="1417320" y="2719791"/>
            <a:ext cx="3317287" cy="29626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>
                <a:solidFill>
                  <a:srgbClr val="FFF7DE"/>
                </a:solidFill>
                <a:latin typeface="DM Sans"/>
              </a:rPr>
              <a:t>DESCUBRE LAS PROMOCIONES</a:t>
            </a:r>
          </a:p>
        </p:txBody>
      </p:sp>
      <p:sp>
        <p:nvSpPr>
          <p:cNvPr id="10" name="Texto · COMBOS PARA"/>
          <p:cNvSpPr txBox="1"/>
          <p:nvPr/>
        </p:nvSpPr>
        <p:spPr>
          <a:xfrm>
            <a:off x="731520" y="3179551"/>
            <a:ext cx="5359261" cy="138257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64" b="1">
                <a:solidFill>
                  <a:srgbClr val="FFF7DE"/>
                </a:solidFill>
                <a:latin typeface="Barlow Condensed"/>
              </a:rPr>
              <a:t>COMBOS PARA</a:t>
            </a:r>
          </a:p>
        </p:txBody>
      </p:sp>
      <p:sp>
        <p:nvSpPr>
          <p:cNvPr id="11" name="Texto · COMPARTIR."/>
          <p:cNvSpPr txBox="1"/>
          <p:nvPr/>
        </p:nvSpPr>
        <p:spPr>
          <a:xfrm>
            <a:off x="731520" y="4203679"/>
            <a:ext cx="4658757" cy="138257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64" b="1">
                <a:solidFill>
                  <a:srgbClr val="FFE500"/>
                </a:solidFill>
                <a:latin typeface="Barlow Condensed"/>
              </a:rPr>
              <a:t>COMPARTIR.</a:t>
            </a:r>
          </a:p>
        </p:txBody>
      </p:sp>
      <p:sp>
        <p:nvSpPr>
          <p:cNvPr id="12" name="Texto · Revisa las promociones y elige tu favorito."/>
          <p:cNvSpPr txBox="1"/>
          <p:nvPr/>
        </p:nvSpPr>
        <p:spPr>
          <a:xfrm>
            <a:off x="731520" y="5642762"/>
            <a:ext cx="5902005" cy="43205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20" b="0">
                <a:solidFill>
                  <a:srgbClr val="C2C3B6"/>
                </a:solidFill>
                <a:latin typeface="DM Sans"/>
              </a:rPr>
              <a:t>Revisa las promociones y elige tu favorito.</a:t>
            </a:r>
          </a:p>
        </p:txBody>
      </p:sp>
      <p:sp>
        <p:nvSpPr>
          <p:cNvPr id="13" name="Bloque de color 12"/>
          <p:cNvSpPr/>
          <p:nvPr/>
        </p:nvSpPr>
        <p:spPr>
          <a:xfrm>
            <a:off x="822960" y="6720840"/>
            <a:ext cx="3383280" cy="6949440"/>
          </a:xfrm>
          <a:prstGeom prst="roundRect">
            <a:avLst>
              <a:gd name="adj" fmla="val 11891"/>
            </a:avLst>
          </a:prstGeom>
          <a:solidFill>
            <a:srgbClr val="30362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loque de color 13"/>
          <p:cNvSpPr/>
          <p:nvPr/>
        </p:nvSpPr>
        <p:spPr>
          <a:xfrm>
            <a:off x="859536" y="6757416"/>
            <a:ext cx="3310128" cy="6876288"/>
          </a:xfrm>
          <a:prstGeom prst="roundRect">
            <a:avLst>
              <a:gd name="adj" fmla="val 11049"/>
            </a:avLst>
          </a:prstGeom>
          <a:solidFill>
            <a:srgbClr val="080A08">
              <a:alpha val="100000"/>
            </a:srgbClr>
          </a:solidFill>
          <a:ln w="17780">
            <a:solidFill>
              <a:srgbClr val="72796D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loque de color 14"/>
          <p:cNvSpPr/>
          <p:nvPr/>
        </p:nvSpPr>
        <p:spPr>
          <a:xfrm>
            <a:off x="932688" y="6839712"/>
            <a:ext cx="3163824" cy="6711696"/>
          </a:xfrm>
          <a:prstGeom prst="rect">
            <a:avLst/>
          </a:prstGeom>
          <a:solidFill>
            <a:srgbClr val="080808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Foto o captura 2" descr="imagen-57015ddd79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7114032"/>
            <a:ext cx="3163824" cy="6208776"/>
          </a:xfrm>
          <a:prstGeom prst="rect">
            <a:avLst/>
          </a:prstGeom>
        </p:spPr>
      </p:pic>
      <p:sp>
        <p:nvSpPr>
          <p:cNvPr id="17" name="Bloque de color 16"/>
          <p:cNvSpPr/>
          <p:nvPr/>
        </p:nvSpPr>
        <p:spPr>
          <a:xfrm>
            <a:off x="932688" y="6839712"/>
            <a:ext cx="3163824" cy="292608"/>
          </a:xfrm>
          <a:prstGeom prst="rect">
            <a:avLst/>
          </a:prstGeom>
          <a:solidFill>
            <a:srgbClr val="080808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o · 9:41"/>
          <p:cNvSpPr txBox="1"/>
          <p:nvPr/>
        </p:nvSpPr>
        <p:spPr>
          <a:xfrm>
            <a:off x="1124712" y="6937735"/>
            <a:ext cx="231308" cy="1481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FFF7DE"/>
                </a:solidFill>
                <a:latin typeface="DM Sans"/>
              </a:rPr>
              <a:t>9:41</a:t>
            </a:r>
          </a:p>
        </p:txBody>
      </p:sp>
      <p:sp>
        <p:nvSpPr>
          <p:cNvPr id="19" name="Bloque de color 18"/>
          <p:cNvSpPr/>
          <p:nvPr/>
        </p:nvSpPr>
        <p:spPr>
          <a:xfrm>
            <a:off x="2048256" y="6903720"/>
            <a:ext cx="932688" cy="155448"/>
          </a:xfrm>
          <a:prstGeom prst="roundRect">
            <a:avLst>
              <a:gd name="adj" fmla="val 50000"/>
            </a:avLst>
          </a:prstGeom>
          <a:solidFill>
            <a:srgbClr val="0000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loque de color 19"/>
          <p:cNvSpPr/>
          <p:nvPr/>
        </p:nvSpPr>
        <p:spPr>
          <a:xfrm>
            <a:off x="3694176" y="6967728"/>
            <a:ext cx="210312" cy="91440"/>
          </a:xfrm>
          <a:prstGeom prst="roundRect">
            <a:avLst>
              <a:gd name="adj" fmla="val 30000"/>
            </a:avLst>
          </a:prstGeom>
          <a:noFill/>
          <a:ln w="17780">
            <a:solidFill>
              <a:srgbClr val="FFF7DE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loque de color 20"/>
          <p:cNvSpPr/>
          <p:nvPr/>
        </p:nvSpPr>
        <p:spPr>
          <a:xfrm>
            <a:off x="3721608" y="6995160"/>
            <a:ext cx="146304" cy="36576"/>
          </a:xfrm>
          <a:prstGeom prst="roundRect">
            <a:avLst>
              <a:gd name="adj" fmla="val 25000"/>
            </a:avLst>
          </a:prstGeom>
          <a:solidFill>
            <a:srgbClr val="FFF7D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loque de color 21"/>
          <p:cNvSpPr/>
          <p:nvPr/>
        </p:nvSpPr>
        <p:spPr>
          <a:xfrm>
            <a:off x="2093976" y="13478256"/>
            <a:ext cx="841248" cy="36576"/>
          </a:xfrm>
          <a:prstGeom prst="roundRect">
            <a:avLst>
              <a:gd name="adj" fmla="val 50000"/>
            </a:avLst>
          </a:prstGeom>
          <a:solidFill>
            <a:srgbClr val="FFF7D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loque de color 22"/>
          <p:cNvSpPr/>
          <p:nvPr/>
        </p:nvSpPr>
        <p:spPr>
          <a:xfrm>
            <a:off x="4754880" y="6949440"/>
            <a:ext cx="4389120" cy="1170432"/>
          </a:xfrm>
          <a:prstGeom prst="roundRect">
            <a:avLst>
              <a:gd name="adj" fmla="val 14062"/>
            </a:avLst>
          </a:prstGeom>
          <a:solidFill>
            <a:srgbClr val="191E16">
              <a:alpha val="100000"/>
            </a:srgbClr>
          </a:solidFill>
          <a:ln w="17780">
            <a:solidFill>
              <a:srgbClr val="FFF7DE">
                <a:alpha val="12549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loque de color 23"/>
          <p:cNvSpPr/>
          <p:nvPr/>
        </p:nvSpPr>
        <p:spPr>
          <a:xfrm>
            <a:off x="4937760" y="7150608"/>
            <a:ext cx="502920" cy="502920"/>
          </a:xfrm>
          <a:prstGeom prst="roundRect">
            <a:avLst>
              <a:gd name="adj" fmla="val 25454"/>
            </a:avLst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o · 1"/>
          <p:cNvSpPr txBox="1"/>
          <p:nvPr/>
        </p:nvSpPr>
        <p:spPr>
          <a:xfrm>
            <a:off x="5140226" y="7257409"/>
            <a:ext cx="134929" cy="34564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>
                <a:solidFill>
                  <a:srgbClr val="080B0A"/>
                </a:solidFill>
                <a:latin typeface="DM Sans"/>
              </a:rPr>
              <a:t>1</a:t>
            </a:r>
          </a:p>
        </p:txBody>
      </p:sp>
      <p:sp>
        <p:nvSpPr>
          <p:cNvPr id="26" name="Texto · Pollo al espiedo"/>
          <p:cNvSpPr txBox="1"/>
          <p:nvPr/>
        </p:nvSpPr>
        <p:spPr>
          <a:xfrm>
            <a:off x="5632704" y="7093366"/>
            <a:ext cx="2006235" cy="3579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FFF7DE"/>
                </a:solidFill>
                <a:latin typeface="DM Sans"/>
              </a:rPr>
              <a:t>Pollo al espiedo</a:t>
            </a:r>
          </a:p>
        </p:txBody>
      </p:sp>
      <p:sp>
        <p:nvSpPr>
          <p:cNvPr id="27" name="Texto · El sabor que ya conoces."/>
          <p:cNvSpPr txBox="1"/>
          <p:nvPr/>
        </p:nvSpPr>
        <p:spPr>
          <a:xfrm>
            <a:off x="5632704" y="7502652"/>
            <a:ext cx="2684775" cy="30861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2C3B6"/>
                </a:solidFill>
                <a:latin typeface="DM Sans"/>
              </a:rPr>
              <a:t>El sabor que ya conoces.</a:t>
            </a:r>
          </a:p>
        </p:txBody>
      </p:sp>
      <p:sp>
        <p:nvSpPr>
          <p:cNvPr id="28" name="Bloque de color 27"/>
          <p:cNvSpPr/>
          <p:nvPr/>
        </p:nvSpPr>
        <p:spPr>
          <a:xfrm>
            <a:off x="4754880" y="8366760"/>
            <a:ext cx="4389120" cy="1170432"/>
          </a:xfrm>
          <a:prstGeom prst="roundRect">
            <a:avLst>
              <a:gd name="adj" fmla="val 14062"/>
            </a:avLst>
          </a:prstGeom>
          <a:solidFill>
            <a:srgbClr val="191E16">
              <a:alpha val="100000"/>
            </a:srgbClr>
          </a:solidFill>
          <a:ln w="17780">
            <a:solidFill>
              <a:srgbClr val="FFF7DE">
                <a:alpha val="12549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loque de color 28"/>
          <p:cNvSpPr/>
          <p:nvPr/>
        </p:nvSpPr>
        <p:spPr>
          <a:xfrm>
            <a:off x="4937760" y="8567928"/>
            <a:ext cx="502920" cy="502920"/>
          </a:xfrm>
          <a:prstGeom prst="roundRect">
            <a:avLst>
              <a:gd name="adj" fmla="val 25454"/>
            </a:avLst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o · 2"/>
          <p:cNvSpPr txBox="1"/>
          <p:nvPr/>
        </p:nvSpPr>
        <p:spPr>
          <a:xfrm>
            <a:off x="5112574" y="8674729"/>
            <a:ext cx="190232" cy="34564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>
                <a:solidFill>
                  <a:srgbClr val="080B0A"/>
                </a:solidFill>
                <a:latin typeface="DM Sans"/>
              </a:rPr>
              <a:t>2</a:t>
            </a:r>
          </a:p>
        </p:txBody>
      </p:sp>
      <p:sp>
        <p:nvSpPr>
          <p:cNvPr id="31" name="Texto · Con acompañamiento"/>
          <p:cNvSpPr txBox="1"/>
          <p:nvPr/>
        </p:nvSpPr>
        <p:spPr>
          <a:xfrm>
            <a:off x="5632704" y="8510686"/>
            <a:ext cx="2858927" cy="3579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FFF7DE"/>
                </a:solidFill>
                <a:latin typeface="DM Sans"/>
              </a:rPr>
              <a:t>Con acompañamiento</a:t>
            </a:r>
          </a:p>
        </p:txBody>
      </p:sp>
      <p:sp>
        <p:nvSpPr>
          <p:cNvPr id="32" name="Texto · Papas y opciones para"/>
          <p:cNvSpPr txBox="1"/>
          <p:nvPr/>
        </p:nvSpPr>
        <p:spPr>
          <a:xfrm>
            <a:off x="5632704" y="8919972"/>
            <a:ext cx="2453315" cy="30861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2C3B6"/>
                </a:solidFill>
                <a:latin typeface="DM Sans"/>
              </a:rPr>
              <a:t>Papas y opciones para</a:t>
            </a:r>
          </a:p>
        </p:txBody>
      </p:sp>
      <p:sp>
        <p:nvSpPr>
          <p:cNvPr id="33" name="Texto · compartir."/>
          <p:cNvSpPr txBox="1"/>
          <p:nvPr/>
        </p:nvSpPr>
        <p:spPr>
          <a:xfrm>
            <a:off x="5632704" y="9221724"/>
            <a:ext cx="1143232" cy="30861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2C3B6"/>
                </a:solidFill>
                <a:latin typeface="DM Sans"/>
              </a:rPr>
              <a:t>compartir.</a:t>
            </a:r>
          </a:p>
        </p:txBody>
      </p:sp>
      <p:pic>
        <p:nvPicPr>
          <p:cNvPr id="34" name="Foto o captura 3" descr="imagen-b72ab62965e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0287000"/>
            <a:ext cx="4480560" cy="2240280"/>
          </a:xfrm>
          <a:prstGeom prst="rect">
            <a:avLst/>
          </a:prstGeom>
        </p:spPr>
      </p:pic>
      <p:sp>
        <p:nvSpPr>
          <p:cNvPr id="35" name="Texto · Consulta disponibilidad al hacer tu"/>
          <p:cNvSpPr txBox="1"/>
          <p:nvPr/>
        </p:nvSpPr>
        <p:spPr>
          <a:xfrm>
            <a:off x="4754880" y="12843845"/>
            <a:ext cx="3999693" cy="33329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3" b="0">
                <a:solidFill>
                  <a:srgbClr val="C2C3B6"/>
                </a:solidFill>
                <a:latin typeface="DM Sans"/>
              </a:rPr>
              <a:t>Consulta disponibilidad al hacer tu</a:t>
            </a:r>
          </a:p>
        </p:txBody>
      </p:sp>
      <p:sp>
        <p:nvSpPr>
          <p:cNvPr id="36" name="Texto · pedido."/>
          <p:cNvSpPr txBox="1"/>
          <p:nvPr/>
        </p:nvSpPr>
        <p:spPr>
          <a:xfrm>
            <a:off x="4754880" y="13173029"/>
            <a:ext cx="907558" cy="33329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3" b="0">
                <a:solidFill>
                  <a:srgbClr val="C2C3B6"/>
                </a:solidFill>
                <a:latin typeface="DM Sans"/>
              </a:rPr>
              <a:t>pedido.</a:t>
            </a:r>
          </a:p>
        </p:txBody>
      </p:sp>
      <p:sp>
        <p:nvSpPr>
          <p:cNvPr id="37" name="Bloque de color 36"/>
          <p:cNvSpPr/>
          <p:nvPr/>
        </p:nvSpPr>
        <p:spPr>
          <a:xfrm>
            <a:off x="731520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F7DE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loque de color 37"/>
          <p:cNvSpPr/>
          <p:nvPr/>
        </p:nvSpPr>
        <p:spPr>
          <a:xfrm>
            <a:off x="731520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loque de color 38"/>
          <p:cNvSpPr/>
          <p:nvPr/>
        </p:nvSpPr>
        <p:spPr>
          <a:xfrm>
            <a:off x="1792224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F7DE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Bloque de color 39"/>
          <p:cNvSpPr/>
          <p:nvPr/>
        </p:nvSpPr>
        <p:spPr>
          <a:xfrm>
            <a:off x="1792224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loque de color 40"/>
          <p:cNvSpPr/>
          <p:nvPr/>
        </p:nvSpPr>
        <p:spPr>
          <a:xfrm>
            <a:off x="2852928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F7DE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Bloque de color 41"/>
          <p:cNvSpPr/>
          <p:nvPr/>
        </p:nvSpPr>
        <p:spPr>
          <a:xfrm>
            <a:off x="2852928" y="14392656"/>
            <a:ext cx="847648" cy="36576"/>
          </a:xfrm>
          <a:prstGeom prst="roundRect">
            <a:avLst>
              <a:gd name="adj" fmla="val 50000"/>
            </a:avLst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Bloque de color 42"/>
          <p:cNvSpPr/>
          <p:nvPr/>
        </p:nvSpPr>
        <p:spPr>
          <a:xfrm>
            <a:off x="3913632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F7DE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Bloque de color 43"/>
          <p:cNvSpPr/>
          <p:nvPr/>
        </p:nvSpPr>
        <p:spPr>
          <a:xfrm>
            <a:off x="4974336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F7DE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Bloque de color 44"/>
          <p:cNvSpPr/>
          <p:nvPr/>
        </p:nvSpPr>
        <p:spPr>
          <a:xfrm>
            <a:off x="6035040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F7DE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Bloque de color 45"/>
          <p:cNvSpPr/>
          <p:nvPr/>
        </p:nvSpPr>
        <p:spPr>
          <a:xfrm>
            <a:off x="7095744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F7DE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Bloque de color 46"/>
          <p:cNvSpPr/>
          <p:nvPr/>
        </p:nvSpPr>
        <p:spPr>
          <a:xfrm>
            <a:off x="8156448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F7DE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ig-color" descr="ig-color-f1eeec0905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4721840"/>
            <a:ext cx="329184" cy="329184"/>
          </a:xfrm>
          <a:prstGeom prst="rect">
            <a:avLst/>
          </a:prstGeom>
        </p:spPr>
      </p:pic>
      <p:sp>
        <p:nvSpPr>
          <p:cNvPr id="49" name="Texto · @elpolloplayero__"/>
          <p:cNvSpPr txBox="1"/>
          <p:nvPr/>
        </p:nvSpPr>
        <p:spPr>
          <a:xfrm>
            <a:off x="1188720" y="14772132"/>
            <a:ext cx="2147705" cy="30861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u="none">
                <a:solidFill>
                  <a:srgbClr val="FFF7DE"/>
                </a:solidFill>
                <a:latin typeface="DM Sans"/>
                <a:hlinkClick r:id="rId6"/>
              </a:rPr>
              <a:t>@elpolloplayero__</a:t>
            </a:r>
          </a:p>
        </p:txBody>
      </p:sp>
      <p:sp>
        <p:nvSpPr>
          <p:cNvPr id="50" name="Texto · elpolloplayero.cl"/>
          <p:cNvSpPr txBox="1"/>
          <p:nvPr/>
        </p:nvSpPr>
        <p:spPr>
          <a:xfrm>
            <a:off x="7124113" y="14746345"/>
            <a:ext cx="2065972" cy="34564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u="none">
                <a:solidFill>
                  <a:srgbClr val="FFE500"/>
                </a:solidFill>
                <a:latin typeface="DM Sans"/>
                <a:hlinkClick r:id="rId7"/>
              </a:rPr>
              <a:t>elpolloplayero.cl</a:t>
            </a:r>
          </a:p>
        </p:txBody>
      </p:sp>
    </p:spTree>
  </p:cSld>
  <p:clrMapOvr>
    <a:masterClrMapping/>
  </p:clrMapOvr>
  <p:transition advTm="5000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loque de color 1"/>
          <p:cNvSpPr/>
          <p:nvPr/>
        </p:nvSpPr>
        <p:spPr>
          <a:xfrm>
            <a:off x="0" y="0"/>
            <a:ext cx="9875520" cy="17556480"/>
          </a:xfrm>
          <a:prstGeom prst="rect">
            <a:avLst/>
          </a:prstGeom>
          <a:solidFill>
            <a:srgbClr val="FFF7D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loque de color 2"/>
          <p:cNvSpPr/>
          <p:nvPr/>
        </p:nvSpPr>
        <p:spPr>
          <a:xfrm>
            <a:off x="9326880" y="0"/>
            <a:ext cx="548640" cy="17556480"/>
          </a:xfrm>
          <a:prstGeom prst="rect">
            <a:avLst/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logo-playero" descr="logo-playero-3c47f00073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94944" cy="694944"/>
          </a:xfrm>
          <a:prstGeom prst="rect">
            <a:avLst/>
          </a:prstGeom>
        </p:spPr>
      </p:pic>
      <p:sp>
        <p:nvSpPr>
          <p:cNvPr id="5" name="Texto · EL POLLO"/>
          <p:cNvSpPr txBox="1"/>
          <p:nvPr/>
        </p:nvSpPr>
        <p:spPr>
          <a:xfrm>
            <a:off x="1627632" y="1360078"/>
            <a:ext cx="1249568" cy="3579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080B0A"/>
                </a:solidFill>
                <a:latin typeface="DM Sans"/>
              </a:rPr>
              <a:t>EL POLLO</a:t>
            </a:r>
          </a:p>
        </p:txBody>
      </p:sp>
      <p:sp>
        <p:nvSpPr>
          <p:cNvPr id="6" name="Texto · PLAYERO"/>
          <p:cNvSpPr txBox="1"/>
          <p:nvPr/>
        </p:nvSpPr>
        <p:spPr>
          <a:xfrm>
            <a:off x="1627632" y="1670974"/>
            <a:ext cx="1206567" cy="3579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080B0A"/>
                </a:solidFill>
                <a:latin typeface="DM Sans"/>
              </a:rPr>
              <a:t>PLAYERO</a:t>
            </a:r>
          </a:p>
        </p:txBody>
      </p:sp>
      <p:sp>
        <p:nvSpPr>
          <p:cNvPr id="7" name="Texto · QUISCO NORTE"/>
          <p:cNvSpPr txBox="1"/>
          <p:nvPr/>
        </p:nvSpPr>
        <p:spPr>
          <a:xfrm>
            <a:off x="7717075" y="1556857"/>
            <a:ext cx="1461488" cy="259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>
                <a:solidFill>
                  <a:srgbClr val="080B0A"/>
                </a:solidFill>
                <a:latin typeface="DM Sans"/>
              </a:rPr>
              <a:t>QUISCO NORTE</a:t>
            </a:r>
          </a:p>
        </p:txBody>
      </p:sp>
      <p:sp>
        <p:nvSpPr>
          <p:cNvPr id="8" name="Bloque de color 7"/>
          <p:cNvSpPr/>
          <p:nvPr/>
        </p:nvSpPr>
        <p:spPr>
          <a:xfrm>
            <a:off x="731520" y="2578608"/>
            <a:ext cx="530352" cy="493776"/>
          </a:xfrm>
          <a:prstGeom prst="roundRect">
            <a:avLst>
              <a:gd name="adj" fmla="val 24074"/>
            </a:avLst>
          </a:prstGeom>
          <a:solidFill>
            <a:srgbClr val="080B0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o · 03"/>
          <p:cNvSpPr txBox="1"/>
          <p:nvPr/>
        </p:nvSpPr>
        <p:spPr>
          <a:xfrm>
            <a:off x="841330" y="2702600"/>
            <a:ext cx="353525" cy="32095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>
                <a:solidFill>
                  <a:srgbClr val="FFE500"/>
                </a:solidFill>
                <a:latin typeface="DM Sans"/>
              </a:rPr>
              <a:t>03</a:t>
            </a:r>
          </a:p>
        </p:txBody>
      </p:sp>
      <p:sp>
        <p:nvSpPr>
          <p:cNvPr id="10" name="Texto · REVISA EL MENÚ"/>
          <p:cNvSpPr txBox="1"/>
          <p:nvPr/>
        </p:nvSpPr>
        <p:spPr>
          <a:xfrm>
            <a:off x="1417320" y="2719791"/>
            <a:ext cx="1792072" cy="29626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>
                <a:solidFill>
                  <a:srgbClr val="080B0A"/>
                </a:solidFill>
                <a:latin typeface="DM Sans"/>
              </a:rPr>
              <a:t>REVISA EL MENÚ</a:t>
            </a:r>
          </a:p>
        </p:txBody>
      </p:sp>
      <p:sp>
        <p:nvSpPr>
          <p:cNvPr id="11" name="Texto · ¿QUÉ SE TE"/>
          <p:cNvSpPr txBox="1"/>
          <p:nvPr/>
        </p:nvSpPr>
        <p:spPr>
          <a:xfrm>
            <a:off x="731520" y="3179551"/>
            <a:ext cx="4322844" cy="138257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64" b="1">
                <a:solidFill>
                  <a:srgbClr val="080B0A"/>
                </a:solidFill>
                <a:latin typeface="Barlow Condensed"/>
              </a:rPr>
              <a:t>¿QUÉ SE TE</a:t>
            </a:r>
          </a:p>
        </p:txBody>
      </p:sp>
      <p:sp>
        <p:nvSpPr>
          <p:cNvPr id="12" name="Texto · ANTOJA HOY?"/>
          <p:cNvSpPr txBox="1"/>
          <p:nvPr/>
        </p:nvSpPr>
        <p:spPr>
          <a:xfrm>
            <a:off x="731520" y="4203679"/>
            <a:ext cx="5337754" cy="138257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64" b="1">
                <a:solidFill>
                  <a:srgbClr val="D12A31"/>
                </a:solidFill>
                <a:latin typeface="Barlow Condensed"/>
              </a:rPr>
              <a:t>ANTOJA HOY?</a:t>
            </a:r>
          </a:p>
        </p:txBody>
      </p:sp>
      <p:sp>
        <p:nvSpPr>
          <p:cNvPr id="13" name="Texto · Encuentra opciones y precios antes de escribirnos."/>
          <p:cNvSpPr txBox="1"/>
          <p:nvPr/>
        </p:nvSpPr>
        <p:spPr>
          <a:xfrm>
            <a:off x="731520" y="5642762"/>
            <a:ext cx="7227882" cy="43205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20" b="0">
                <a:solidFill>
                  <a:srgbClr val="080B0A"/>
                </a:solidFill>
                <a:latin typeface="DM Sans"/>
              </a:rPr>
              <a:t>Encuentra opciones y precios antes de escribirnos.</a:t>
            </a:r>
          </a:p>
        </p:txBody>
      </p:sp>
      <p:sp>
        <p:nvSpPr>
          <p:cNvPr id="14" name="Bloque de color 13"/>
          <p:cNvSpPr/>
          <p:nvPr/>
        </p:nvSpPr>
        <p:spPr>
          <a:xfrm>
            <a:off x="731520" y="6784848"/>
            <a:ext cx="3977639" cy="850392"/>
          </a:xfrm>
          <a:prstGeom prst="roundRect">
            <a:avLst>
              <a:gd name="adj" fmla="val 16129"/>
            </a:avLst>
          </a:prstGeom>
          <a:solidFill>
            <a:srgbClr val="FFE500">
              <a:alpha val="100000"/>
            </a:srgbClr>
          </a:solidFill>
          <a:ln w="17780">
            <a:solidFill>
              <a:srgbClr val="080B0A">
                <a:alpha val="8627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o · Pollo asado"/>
          <p:cNvSpPr txBox="1"/>
          <p:nvPr/>
        </p:nvSpPr>
        <p:spPr>
          <a:xfrm>
            <a:off x="960120" y="7050389"/>
            <a:ext cx="1687362" cy="41970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48" b="1">
                <a:solidFill>
                  <a:srgbClr val="080B0A"/>
                </a:solidFill>
                <a:latin typeface="DM Sans"/>
              </a:rPr>
              <a:t>Pollo asado</a:t>
            </a:r>
          </a:p>
        </p:txBody>
      </p:sp>
      <p:sp>
        <p:nvSpPr>
          <p:cNvPr id="16" name="Bloque de color 15"/>
          <p:cNvSpPr/>
          <p:nvPr/>
        </p:nvSpPr>
        <p:spPr>
          <a:xfrm>
            <a:off x="731520" y="7845552"/>
            <a:ext cx="3977639" cy="850392"/>
          </a:xfrm>
          <a:prstGeom prst="roundRect">
            <a:avLst>
              <a:gd name="adj" fmla="val 16129"/>
            </a:avLst>
          </a:prstGeom>
          <a:solidFill>
            <a:srgbClr val="FFFDF5">
              <a:alpha val="100000"/>
            </a:srgbClr>
          </a:solidFill>
          <a:ln w="17780">
            <a:solidFill>
              <a:srgbClr val="080B0A">
                <a:alpha val="8627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o · Papas fritas"/>
          <p:cNvSpPr txBox="1"/>
          <p:nvPr/>
        </p:nvSpPr>
        <p:spPr>
          <a:xfrm>
            <a:off x="960120" y="8111093"/>
            <a:ext cx="1746468" cy="41970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48" b="1">
                <a:solidFill>
                  <a:srgbClr val="080B0A"/>
                </a:solidFill>
                <a:latin typeface="DM Sans"/>
              </a:rPr>
              <a:t>Papas fritas</a:t>
            </a:r>
          </a:p>
        </p:txBody>
      </p:sp>
      <p:sp>
        <p:nvSpPr>
          <p:cNvPr id="18" name="Bloque de color 17"/>
          <p:cNvSpPr/>
          <p:nvPr/>
        </p:nvSpPr>
        <p:spPr>
          <a:xfrm>
            <a:off x="731520" y="8906256"/>
            <a:ext cx="3977639" cy="850392"/>
          </a:xfrm>
          <a:prstGeom prst="roundRect">
            <a:avLst>
              <a:gd name="adj" fmla="val 16129"/>
            </a:avLst>
          </a:prstGeom>
          <a:solidFill>
            <a:srgbClr val="FFFDF5">
              <a:alpha val="100000"/>
            </a:srgbClr>
          </a:solidFill>
          <a:ln w="17780">
            <a:solidFill>
              <a:srgbClr val="080B0A">
                <a:alpha val="8627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o · Nuggets"/>
          <p:cNvSpPr txBox="1"/>
          <p:nvPr/>
        </p:nvSpPr>
        <p:spPr>
          <a:xfrm>
            <a:off x="960120" y="9171797"/>
            <a:ext cx="1266262" cy="41970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48" b="1">
                <a:solidFill>
                  <a:srgbClr val="080B0A"/>
                </a:solidFill>
                <a:latin typeface="DM Sans"/>
              </a:rPr>
              <a:t>Nuggets</a:t>
            </a:r>
          </a:p>
        </p:txBody>
      </p:sp>
      <p:sp>
        <p:nvSpPr>
          <p:cNvPr id="20" name="Bloque de color 19"/>
          <p:cNvSpPr/>
          <p:nvPr/>
        </p:nvSpPr>
        <p:spPr>
          <a:xfrm>
            <a:off x="731520" y="9966960"/>
            <a:ext cx="3977639" cy="850392"/>
          </a:xfrm>
          <a:prstGeom prst="roundRect">
            <a:avLst>
              <a:gd name="adj" fmla="val 16129"/>
            </a:avLst>
          </a:prstGeom>
          <a:solidFill>
            <a:srgbClr val="FFFDF5">
              <a:alpha val="100000"/>
            </a:srgbClr>
          </a:solidFill>
          <a:ln w="17780">
            <a:solidFill>
              <a:srgbClr val="080B0A">
                <a:alpha val="8627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o · Salchipapas"/>
          <p:cNvSpPr txBox="1"/>
          <p:nvPr/>
        </p:nvSpPr>
        <p:spPr>
          <a:xfrm>
            <a:off x="960120" y="10232501"/>
            <a:ext cx="1819980" cy="41970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48" b="1">
                <a:solidFill>
                  <a:srgbClr val="080B0A"/>
                </a:solidFill>
                <a:latin typeface="DM Sans"/>
              </a:rPr>
              <a:t>Salchipapas</a:t>
            </a:r>
          </a:p>
        </p:txBody>
      </p:sp>
      <p:sp>
        <p:nvSpPr>
          <p:cNvPr id="22" name="Bloque de color 21"/>
          <p:cNvSpPr/>
          <p:nvPr/>
        </p:nvSpPr>
        <p:spPr>
          <a:xfrm>
            <a:off x="731520" y="11027664"/>
            <a:ext cx="3977639" cy="850392"/>
          </a:xfrm>
          <a:prstGeom prst="roundRect">
            <a:avLst>
              <a:gd name="adj" fmla="val 16129"/>
            </a:avLst>
          </a:prstGeom>
          <a:solidFill>
            <a:srgbClr val="FFFDF5">
              <a:alpha val="100000"/>
            </a:srgbClr>
          </a:solidFill>
          <a:ln w="17780">
            <a:solidFill>
              <a:srgbClr val="080B0A">
                <a:alpha val="8627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o · Empanadas"/>
          <p:cNvSpPr txBox="1"/>
          <p:nvPr/>
        </p:nvSpPr>
        <p:spPr>
          <a:xfrm>
            <a:off x="960120" y="11293205"/>
            <a:ext cx="1761532" cy="41970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48" b="1">
                <a:solidFill>
                  <a:srgbClr val="080B0A"/>
                </a:solidFill>
                <a:latin typeface="DM Sans"/>
              </a:rPr>
              <a:t>Empanadas</a:t>
            </a:r>
          </a:p>
        </p:txBody>
      </p:sp>
      <p:sp>
        <p:nvSpPr>
          <p:cNvPr id="24" name="Bloque de color 23"/>
          <p:cNvSpPr/>
          <p:nvPr/>
        </p:nvSpPr>
        <p:spPr>
          <a:xfrm>
            <a:off x="731520" y="12088368"/>
            <a:ext cx="3977639" cy="850392"/>
          </a:xfrm>
          <a:prstGeom prst="roundRect">
            <a:avLst>
              <a:gd name="adj" fmla="val 16129"/>
            </a:avLst>
          </a:prstGeom>
          <a:solidFill>
            <a:srgbClr val="FFFDF5">
              <a:alpha val="100000"/>
            </a:srgbClr>
          </a:solidFill>
          <a:ln w="17780">
            <a:solidFill>
              <a:srgbClr val="080B0A">
                <a:alpha val="8627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o · Jugos naturales"/>
          <p:cNvSpPr txBox="1"/>
          <p:nvPr/>
        </p:nvSpPr>
        <p:spPr>
          <a:xfrm>
            <a:off x="960120" y="12353909"/>
            <a:ext cx="2336101" cy="41970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48" b="1">
                <a:solidFill>
                  <a:srgbClr val="080B0A"/>
                </a:solidFill>
                <a:latin typeface="DM Sans"/>
              </a:rPr>
              <a:t>Jugos naturales</a:t>
            </a:r>
          </a:p>
        </p:txBody>
      </p:sp>
      <p:sp>
        <p:nvSpPr>
          <p:cNvPr id="26" name="Bloque de color 25"/>
          <p:cNvSpPr/>
          <p:nvPr/>
        </p:nvSpPr>
        <p:spPr>
          <a:xfrm>
            <a:off x="5394960" y="6784848"/>
            <a:ext cx="3474720" cy="6949440"/>
          </a:xfrm>
          <a:prstGeom prst="roundRect">
            <a:avLst>
              <a:gd name="adj" fmla="val 11578"/>
            </a:avLst>
          </a:prstGeom>
          <a:solidFill>
            <a:srgbClr val="30362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loque de color 26"/>
          <p:cNvSpPr/>
          <p:nvPr/>
        </p:nvSpPr>
        <p:spPr>
          <a:xfrm>
            <a:off x="5431536" y="6821424"/>
            <a:ext cx="3401568" cy="6876288"/>
          </a:xfrm>
          <a:prstGeom prst="roundRect">
            <a:avLst>
              <a:gd name="adj" fmla="val 10752"/>
            </a:avLst>
          </a:prstGeom>
          <a:solidFill>
            <a:srgbClr val="080A08">
              <a:alpha val="100000"/>
            </a:srgbClr>
          </a:solidFill>
          <a:ln w="17780">
            <a:solidFill>
              <a:srgbClr val="72796D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loque de color 27"/>
          <p:cNvSpPr/>
          <p:nvPr/>
        </p:nvSpPr>
        <p:spPr>
          <a:xfrm>
            <a:off x="5504688" y="6903720"/>
            <a:ext cx="3255264" cy="6711696"/>
          </a:xfrm>
          <a:prstGeom prst="rect">
            <a:avLst/>
          </a:prstGeom>
          <a:solidFill>
            <a:srgbClr val="080808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Foto o captura 2" descr="imagen-0b13140ee7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7178040"/>
            <a:ext cx="3255264" cy="6208776"/>
          </a:xfrm>
          <a:prstGeom prst="rect">
            <a:avLst/>
          </a:prstGeom>
        </p:spPr>
      </p:pic>
      <p:sp>
        <p:nvSpPr>
          <p:cNvPr id="30" name="Bloque de color 29"/>
          <p:cNvSpPr/>
          <p:nvPr/>
        </p:nvSpPr>
        <p:spPr>
          <a:xfrm>
            <a:off x="5504688" y="6903720"/>
            <a:ext cx="3255264" cy="292608"/>
          </a:xfrm>
          <a:prstGeom prst="rect">
            <a:avLst/>
          </a:prstGeom>
          <a:solidFill>
            <a:srgbClr val="080808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o · 9:41"/>
          <p:cNvSpPr txBox="1"/>
          <p:nvPr/>
        </p:nvSpPr>
        <p:spPr>
          <a:xfrm>
            <a:off x="5696712" y="7001743"/>
            <a:ext cx="231308" cy="1481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FFF7DE"/>
                </a:solidFill>
                <a:latin typeface="DM Sans"/>
              </a:rPr>
              <a:t>9:41</a:t>
            </a:r>
          </a:p>
        </p:txBody>
      </p:sp>
      <p:sp>
        <p:nvSpPr>
          <p:cNvPr id="32" name="Bloque de color 31"/>
          <p:cNvSpPr/>
          <p:nvPr/>
        </p:nvSpPr>
        <p:spPr>
          <a:xfrm>
            <a:off x="6665976" y="6967728"/>
            <a:ext cx="932688" cy="155448"/>
          </a:xfrm>
          <a:prstGeom prst="roundRect">
            <a:avLst>
              <a:gd name="adj" fmla="val 50000"/>
            </a:avLst>
          </a:prstGeom>
          <a:solidFill>
            <a:srgbClr val="0000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Bloque de color 32"/>
          <p:cNvSpPr/>
          <p:nvPr/>
        </p:nvSpPr>
        <p:spPr>
          <a:xfrm>
            <a:off x="8357616" y="7031736"/>
            <a:ext cx="210312" cy="91440"/>
          </a:xfrm>
          <a:prstGeom prst="roundRect">
            <a:avLst>
              <a:gd name="adj" fmla="val 30000"/>
            </a:avLst>
          </a:prstGeom>
          <a:noFill/>
          <a:ln w="17780">
            <a:solidFill>
              <a:srgbClr val="FFF7DE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Bloque de color 33"/>
          <p:cNvSpPr/>
          <p:nvPr/>
        </p:nvSpPr>
        <p:spPr>
          <a:xfrm>
            <a:off x="8385048" y="7059168"/>
            <a:ext cx="146304" cy="36576"/>
          </a:xfrm>
          <a:prstGeom prst="roundRect">
            <a:avLst>
              <a:gd name="adj" fmla="val 25000"/>
            </a:avLst>
          </a:prstGeom>
          <a:solidFill>
            <a:srgbClr val="FFF7D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Bloque de color 34"/>
          <p:cNvSpPr/>
          <p:nvPr/>
        </p:nvSpPr>
        <p:spPr>
          <a:xfrm>
            <a:off x="6711696" y="13542264"/>
            <a:ext cx="841248" cy="36576"/>
          </a:xfrm>
          <a:prstGeom prst="roundRect">
            <a:avLst>
              <a:gd name="adj" fmla="val 50000"/>
            </a:avLst>
          </a:prstGeom>
          <a:solidFill>
            <a:srgbClr val="FFF7D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loque de color 35"/>
          <p:cNvSpPr/>
          <p:nvPr/>
        </p:nvSpPr>
        <p:spPr>
          <a:xfrm>
            <a:off x="731520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080B0A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loque de color 36"/>
          <p:cNvSpPr/>
          <p:nvPr/>
        </p:nvSpPr>
        <p:spPr>
          <a:xfrm>
            <a:off x="731520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080B0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loque de color 37"/>
          <p:cNvSpPr/>
          <p:nvPr/>
        </p:nvSpPr>
        <p:spPr>
          <a:xfrm>
            <a:off x="1792224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080B0A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loque de color 38"/>
          <p:cNvSpPr/>
          <p:nvPr/>
        </p:nvSpPr>
        <p:spPr>
          <a:xfrm>
            <a:off x="1792224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080B0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Bloque de color 39"/>
          <p:cNvSpPr/>
          <p:nvPr/>
        </p:nvSpPr>
        <p:spPr>
          <a:xfrm>
            <a:off x="2852928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080B0A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loque de color 40"/>
          <p:cNvSpPr/>
          <p:nvPr/>
        </p:nvSpPr>
        <p:spPr>
          <a:xfrm>
            <a:off x="2852928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080B0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Bloque de color 41"/>
          <p:cNvSpPr/>
          <p:nvPr/>
        </p:nvSpPr>
        <p:spPr>
          <a:xfrm>
            <a:off x="3913632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080B0A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Bloque de color 42"/>
          <p:cNvSpPr/>
          <p:nvPr/>
        </p:nvSpPr>
        <p:spPr>
          <a:xfrm>
            <a:off x="3913632" y="14392656"/>
            <a:ext cx="847648" cy="36576"/>
          </a:xfrm>
          <a:prstGeom prst="roundRect">
            <a:avLst>
              <a:gd name="adj" fmla="val 50000"/>
            </a:avLst>
          </a:prstGeom>
          <a:solidFill>
            <a:srgbClr val="080B0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Bloque de color 43"/>
          <p:cNvSpPr/>
          <p:nvPr/>
        </p:nvSpPr>
        <p:spPr>
          <a:xfrm>
            <a:off x="4974336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080B0A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Bloque de color 44"/>
          <p:cNvSpPr/>
          <p:nvPr/>
        </p:nvSpPr>
        <p:spPr>
          <a:xfrm>
            <a:off x="6035040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080B0A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Bloque de color 45"/>
          <p:cNvSpPr/>
          <p:nvPr/>
        </p:nvSpPr>
        <p:spPr>
          <a:xfrm>
            <a:off x="7095744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080B0A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Bloque de color 46"/>
          <p:cNvSpPr/>
          <p:nvPr/>
        </p:nvSpPr>
        <p:spPr>
          <a:xfrm>
            <a:off x="8156448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080B0A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ig-color" descr="ig-color-f1eeec0905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4721840"/>
            <a:ext cx="329184" cy="329184"/>
          </a:xfrm>
          <a:prstGeom prst="rect">
            <a:avLst/>
          </a:prstGeom>
        </p:spPr>
      </p:pic>
      <p:sp>
        <p:nvSpPr>
          <p:cNvPr id="49" name="Texto · @elpolloplayero__"/>
          <p:cNvSpPr txBox="1"/>
          <p:nvPr/>
        </p:nvSpPr>
        <p:spPr>
          <a:xfrm>
            <a:off x="1188720" y="14772132"/>
            <a:ext cx="2147705" cy="30861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u="none">
                <a:solidFill>
                  <a:srgbClr val="080B0A"/>
                </a:solidFill>
                <a:latin typeface="DM Sans"/>
                <a:hlinkClick r:id="rId5"/>
              </a:rPr>
              <a:t>@elpolloplayero__</a:t>
            </a:r>
          </a:p>
        </p:txBody>
      </p:sp>
      <p:sp>
        <p:nvSpPr>
          <p:cNvPr id="50" name="Texto · elpolloplayero.cl"/>
          <p:cNvSpPr txBox="1"/>
          <p:nvPr/>
        </p:nvSpPr>
        <p:spPr>
          <a:xfrm>
            <a:off x="7124113" y="14746345"/>
            <a:ext cx="2065972" cy="34564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u="none">
                <a:solidFill>
                  <a:srgbClr val="080B0A"/>
                </a:solidFill>
                <a:latin typeface="DM Sans"/>
                <a:hlinkClick r:id="rId6"/>
              </a:rPr>
              <a:t>elpolloplayero.cl</a:t>
            </a:r>
          </a:p>
        </p:txBody>
      </p:sp>
    </p:spTree>
  </p:cSld>
  <p:clrMapOvr>
    <a:masterClrMapping/>
  </p:clrMapOvr>
  <p:transition advTm="5000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loque de color 1"/>
          <p:cNvSpPr/>
          <p:nvPr/>
        </p:nvSpPr>
        <p:spPr>
          <a:xfrm>
            <a:off x="0" y="0"/>
            <a:ext cx="9875520" cy="17556480"/>
          </a:xfrm>
          <a:prstGeom prst="rect">
            <a:avLst/>
          </a:prstGeom>
          <a:solidFill>
            <a:srgbClr val="080B0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logo-playero" descr="logo-playero-3c47f00073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94944" cy="694944"/>
          </a:xfrm>
          <a:prstGeom prst="rect">
            <a:avLst/>
          </a:prstGeom>
        </p:spPr>
      </p:pic>
      <p:sp>
        <p:nvSpPr>
          <p:cNvPr id="4" name="Texto · EL POLLO"/>
          <p:cNvSpPr txBox="1"/>
          <p:nvPr/>
        </p:nvSpPr>
        <p:spPr>
          <a:xfrm>
            <a:off x="1627632" y="1360078"/>
            <a:ext cx="1249568" cy="3579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FFF7DE"/>
                </a:solidFill>
                <a:latin typeface="DM Sans"/>
              </a:rPr>
              <a:t>EL POLLO</a:t>
            </a:r>
          </a:p>
        </p:txBody>
      </p:sp>
      <p:sp>
        <p:nvSpPr>
          <p:cNvPr id="5" name="Texto · PLAYERO"/>
          <p:cNvSpPr txBox="1"/>
          <p:nvPr/>
        </p:nvSpPr>
        <p:spPr>
          <a:xfrm>
            <a:off x="1627632" y="1670974"/>
            <a:ext cx="1206567" cy="3579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FFF7DE"/>
                </a:solidFill>
                <a:latin typeface="DM Sans"/>
              </a:rPr>
              <a:t>PLAYERO</a:t>
            </a:r>
          </a:p>
        </p:txBody>
      </p:sp>
      <p:sp>
        <p:nvSpPr>
          <p:cNvPr id="6" name="Texto · QUISCO NORTE"/>
          <p:cNvSpPr txBox="1"/>
          <p:nvPr/>
        </p:nvSpPr>
        <p:spPr>
          <a:xfrm>
            <a:off x="7717075" y="1556857"/>
            <a:ext cx="1461488" cy="259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>
                <a:solidFill>
                  <a:srgbClr val="C2C3B6"/>
                </a:solidFill>
                <a:latin typeface="DM Sans"/>
              </a:rPr>
              <a:t>QUISCO NORTE</a:t>
            </a:r>
          </a:p>
        </p:txBody>
      </p:sp>
      <p:sp>
        <p:nvSpPr>
          <p:cNvPr id="7" name="Bloque de color 6"/>
          <p:cNvSpPr/>
          <p:nvPr/>
        </p:nvSpPr>
        <p:spPr>
          <a:xfrm>
            <a:off x="731520" y="2578608"/>
            <a:ext cx="530352" cy="493776"/>
          </a:xfrm>
          <a:prstGeom prst="roundRect">
            <a:avLst>
              <a:gd name="adj" fmla="val 24074"/>
            </a:avLst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o · 04"/>
          <p:cNvSpPr txBox="1"/>
          <p:nvPr/>
        </p:nvSpPr>
        <p:spPr>
          <a:xfrm>
            <a:off x="835029" y="2702600"/>
            <a:ext cx="366126" cy="32095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>
                <a:solidFill>
                  <a:srgbClr val="080B0A"/>
                </a:solidFill>
                <a:latin typeface="DM Sans"/>
              </a:rPr>
              <a:t>04</a:t>
            </a:r>
          </a:p>
        </p:txBody>
      </p:sp>
      <p:sp>
        <p:nvSpPr>
          <p:cNvPr id="9" name="Texto · HAZ TU PEDIDO"/>
          <p:cNvSpPr txBox="1"/>
          <p:nvPr/>
        </p:nvSpPr>
        <p:spPr>
          <a:xfrm>
            <a:off x="1417320" y="2719791"/>
            <a:ext cx="1669835" cy="29626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>
                <a:solidFill>
                  <a:srgbClr val="FFF7DE"/>
                </a:solidFill>
                <a:latin typeface="DM Sans"/>
              </a:rPr>
              <a:t>HAZ TU PEDIDO</a:t>
            </a:r>
          </a:p>
        </p:txBody>
      </p:sp>
      <p:sp>
        <p:nvSpPr>
          <p:cNvPr id="10" name="Texto · ELIGE EN LA WEB."/>
          <p:cNvSpPr txBox="1"/>
          <p:nvPr/>
        </p:nvSpPr>
        <p:spPr>
          <a:xfrm>
            <a:off x="731520" y="3231123"/>
            <a:ext cx="6377754" cy="130850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31" b="1">
                <a:solidFill>
                  <a:srgbClr val="FFF7DE"/>
                </a:solidFill>
                <a:latin typeface="Barlow Condensed"/>
              </a:rPr>
              <a:t>ELIGE EN LA WEB.</a:t>
            </a:r>
          </a:p>
        </p:txBody>
      </p:sp>
      <p:sp>
        <p:nvSpPr>
          <p:cNvPr id="11" name="Texto · PIDE POR WHATSAPP."/>
          <p:cNvSpPr txBox="1"/>
          <p:nvPr/>
        </p:nvSpPr>
        <p:spPr>
          <a:xfrm>
            <a:off x="731520" y="4255251"/>
            <a:ext cx="7661058" cy="130850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31" b="1">
                <a:solidFill>
                  <a:srgbClr val="FFE500"/>
                </a:solidFill>
                <a:latin typeface="Barlow Condensed"/>
              </a:rPr>
              <a:t>PIDE POR WHATSAPP.</a:t>
            </a:r>
          </a:p>
        </p:txBody>
      </p:sp>
      <p:sp>
        <p:nvSpPr>
          <p:cNvPr id="12" name="Texto · Tu pedido se conversa directamente con el local."/>
          <p:cNvSpPr txBox="1"/>
          <p:nvPr/>
        </p:nvSpPr>
        <p:spPr>
          <a:xfrm>
            <a:off x="731520" y="5642762"/>
            <a:ext cx="6920736" cy="43205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20" b="0">
                <a:solidFill>
                  <a:srgbClr val="C2C3B6"/>
                </a:solidFill>
                <a:latin typeface="DM Sans"/>
              </a:rPr>
              <a:t>Tu pedido se conversa directamente con el local.</a:t>
            </a:r>
          </a:p>
        </p:txBody>
      </p:sp>
      <p:sp>
        <p:nvSpPr>
          <p:cNvPr id="13" name="Bloque de color 12"/>
          <p:cNvSpPr/>
          <p:nvPr/>
        </p:nvSpPr>
        <p:spPr>
          <a:xfrm>
            <a:off x="731520" y="6830568"/>
            <a:ext cx="8412480" cy="1170432"/>
          </a:xfrm>
          <a:prstGeom prst="roundRect">
            <a:avLst>
              <a:gd name="adj" fmla="val 17187"/>
            </a:avLst>
          </a:prstGeom>
          <a:solidFill>
            <a:srgbClr val="25D366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wa-blanco" descr="wa-blanco-f33182b49c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7086600"/>
            <a:ext cx="640080" cy="640080"/>
          </a:xfrm>
          <a:prstGeom prst="rect">
            <a:avLst/>
          </a:prstGeom>
        </p:spPr>
      </p:pic>
      <p:sp>
        <p:nvSpPr>
          <p:cNvPr id="15" name="Texto · Pedir por WhatsApp"/>
          <p:cNvSpPr txBox="1"/>
          <p:nvPr/>
        </p:nvSpPr>
        <p:spPr>
          <a:xfrm>
            <a:off x="2057400" y="7176942"/>
            <a:ext cx="4081413" cy="59253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56" b="1">
                <a:solidFill>
                  <a:srgbClr val="080B0A"/>
                </a:solidFill>
                <a:latin typeface="DM Sans"/>
              </a:rPr>
              <a:t>Pedir por WhatsApp</a:t>
            </a:r>
          </a:p>
        </p:txBody>
      </p:sp>
      <p:sp>
        <p:nvSpPr>
          <p:cNvPr id="16" name="Bloque de color 15"/>
          <p:cNvSpPr/>
          <p:nvPr/>
        </p:nvSpPr>
        <p:spPr>
          <a:xfrm>
            <a:off x="731520" y="8823960"/>
            <a:ext cx="8412480" cy="1243584"/>
          </a:xfrm>
          <a:prstGeom prst="roundRect">
            <a:avLst>
              <a:gd name="adj" fmla="val 13235"/>
            </a:avLst>
          </a:prstGeom>
          <a:solidFill>
            <a:srgbClr val="191E16">
              <a:alpha val="100000"/>
            </a:srgbClr>
          </a:solidFill>
          <a:ln w="17780">
            <a:solidFill>
              <a:srgbClr val="FFF7DE">
                <a:alpha val="12549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loque de color 16"/>
          <p:cNvSpPr/>
          <p:nvPr/>
        </p:nvSpPr>
        <p:spPr>
          <a:xfrm>
            <a:off x="914400" y="9025128"/>
            <a:ext cx="502920" cy="502920"/>
          </a:xfrm>
          <a:prstGeom prst="roundRect">
            <a:avLst>
              <a:gd name="adj" fmla="val 25454"/>
            </a:avLst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o · 1"/>
          <p:cNvSpPr txBox="1"/>
          <p:nvPr/>
        </p:nvSpPr>
        <p:spPr>
          <a:xfrm>
            <a:off x="1116866" y="9131929"/>
            <a:ext cx="134929" cy="34564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>
                <a:solidFill>
                  <a:srgbClr val="080B0A"/>
                </a:solidFill>
                <a:latin typeface="DM Sans"/>
              </a:rPr>
              <a:t>1</a:t>
            </a:r>
          </a:p>
        </p:txBody>
      </p:sp>
      <p:sp>
        <p:nvSpPr>
          <p:cNvPr id="19" name="Texto · Elige tu combo"/>
          <p:cNvSpPr txBox="1"/>
          <p:nvPr/>
        </p:nvSpPr>
        <p:spPr>
          <a:xfrm>
            <a:off x="1609344" y="8967886"/>
            <a:ext cx="1919412" cy="3579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FFF7DE"/>
                </a:solidFill>
                <a:latin typeface="DM Sans"/>
              </a:rPr>
              <a:t>Elige tu combo</a:t>
            </a:r>
          </a:p>
        </p:txBody>
      </p:sp>
      <p:sp>
        <p:nvSpPr>
          <p:cNvPr id="20" name="Texto · Explora las opciones de la web."/>
          <p:cNvSpPr txBox="1"/>
          <p:nvPr/>
        </p:nvSpPr>
        <p:spPr>
          <a:xfrm>
            <a:off x="1609344" y="9377172"/>
            <a:ext cx="3356215" cy="30861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2C3B6"/>
                </a:solidFill>
                <a:latin typeface="DM Sans"/>
              </a:rPr>
              <a:t>Explora las opciones de la web.</a:t>
            </a:r>
          </a:p>
        </p:txBody>
      </p:sp>
      <p:sp>
        <p:nvSpPr>
          <p:cNvPr id="21" name="Bloque de color 20"/>
          <p:cNvSpPr/>
          <p:nvPr/>
        </p:nvSpPr>
        <p:spPr>
          <a:xfrm>
            <a:off x="731520" y="10396728"/>
            <a:ext cx="8412480" cy="1243584"/>
          </a:xfrm>
          <a:prstGeom prst="roundRect">
            <a:avLst>
              <a:gd name="adj" fmla="val 13235"/>
            </a:avLst>
          </a:prstGeom>
          <a:solidFill>
            <a:srgbClr val="191E16">
              <a:alpha val="100000"/>
            </a:srgbClr>
          </a:solidFill>
          <a:ln w="17780">
            <a:solidFill>
              <a:srgbClr val="FFF7DE">
                <a:alpha val="12549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loque de color 21"/>
          <p:cNvSpPr/>
          <p:nvPr/>
        </p:nvSpPr>
        <p:spPr>
          <a:xfrm>
            <a:off x="914400" y="10597896"/>
            <a:ext cx="502920" cy="502920"/>
          </a:xfrm>
          <a:prstGeom prst="roundRect">
            <a:avLst>
              <a:gd name="adj" fmla="val 25454"/>
            </a:avLst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o · 2"/>
          <p:cNvSpPr txBox="1"/>
          <p:nvPr/>
        </p:nvSpPr>
        <p:spPr>
          <a:xfrm>
            <a:off x="1089214" y="10704697"/>
            <a:ext cx="190232" cy="34564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>
                <a:solidFill>
                  <a:srgbClr val="080B0A"/>
                </a:solidFill>
                <a:latin typeface="DM Sans"/>
              </a:rPr>
              <a:t>2</a:t>
            </a:r>
          </a:p>
        </p:txBody>
      </p:sp>
      <p:sp>
        <p:nvSpPr>
          <p:cNvPr id="24" name="Texto · Toca el botón de WhatsApp"/>
          <p:cNvSpPr txBox="1"/>
          <p:nvPr/>
        </p:nvSpPr>
        <p:spPr>
          <a:xfrm>
            <a:off x="1609344" y="10540654"/>
            <a:ext cx="3525800" cy="3579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FFF7DE"/>
                </a:solidFill>
                <a:latin typeface="DM Sans"/>
              </a:rPr>
              <a:t>Toca el botón de WhatsApp</a:t>
            </a:r>
          </a:p>
        </p:txBody>
      </p:sp>
      <p:sp>
        <p:nvSpPr>
          <p:cNvPr id="25" name="Texto · Se abrirá el contacto del local."/>
          <p:cNvSpPr txBox="1"/>
          <p:nvPr/>
        </p:nvSpPr>
        <p:spPr>
          <a:xfrm>
            <a:off x="1609344" y="10949940"/>
            <a:ext cx="3252341" cy="30861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2C3B6"/>
                </a:solidFill>
                <a:latin typeface="DM Sans"/>
              </a:rPr>
              <a:t>Se abrirá el contacto del local.</a:t>
            </a:r>
          </a:p>
        </p:txBody>
      </p:sp>
      <p:sp>
        <p:nvSpPr>
          <p:cNvPr id="26" name="Bloque de color 25"/>
          <p:cNvSpPr/>
          <p:nvPr/>
        </p:nvSpPr>
        <p:spPr>
          <a:xfrm>
            <a:off x="731520" y="11969496"/>
            <a:ext cx="8412480" cy="1335024"/>
          </a:xfrm>
          <a:prstGeom prst="roundRect">
            <a:avLst>
              <a:gd name="adj" fmla="val 12328"/>
            </a:avLst>
          </a:prstGeom>
          <a:solidFill>
            <a:srgbClr val="191E16">
              <a:alpha val="100000"/>
            </a:srgbClr>
          </a:solidFill>
          <a:ln w="17780">
            <a:solidFill>
              <a:srgbClr val="FFF7DE">
                <a:alpha val="12549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loque de color 26"/>
          <p:cNvSpPr/>
          <p:nvPr/>
        </p:nvSpPr>
        <p:spPr>
          <a:xfrm>
            <a:off x="914400" y="12170664"/>
            <a:ext cx="502920" cy="502920"/>
          </a:xfrm>
          <a:prstGeom prst="roundRect">
            <a:avLst>
              <a:gd name="adj" fmla="val 25454"/>
            </a:avLst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o · 3"/>
          <p:cNvSpPr txBox="1"/>
          <p:nvPr/>
        </p:nvSpPr>
        <p:spPr>
          <a:xfrm>
            <a:off x="1085630" y="12277465"/>
            <a:ext cx="197401" cy="34564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>
                <a:solidFill>
                  <a:srgbClr val="080B0A"/>
                </a:solidFill>
                <a:latin typeface="DM Sans"/>
              </a:rPr>
              <a:t>3</a:t>
            </a:r>
          </a:p>
        </p:txBody>
      </p:sp>
      <p:sp>
        <p:nvSpPr>
          <p:cNvPr id="29" name="Texto · Confirma tu pedido"/>
          <p:cNvSpPr txBox="1"/>
          <p:nvPr/>
        </p:nvSpPr>
        <p:spPr>
          <a:xfrm>
            <a:off x="1609344" y="12113422"/>
            <a:ext cx="2501143" cy="3579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FFF7DE"/>
                </a:solidFill>
                <a:latin typeface="DM Sans"/>
              </a:rPr>
              <a:t>Confirma tu pedido</a:t>
            </a:r>
          </a:p>
        </p:txBody>
      </p:sp>
      <p:sp>
        <p:nvSpPr>
          <p:cNvPr id="30" name="Texto · Consulta disponibilidad directamente con nosotros."/>
          <p:cNvSpPr txBox="1"/>
          <p:nvPr/>
        </p:nvSpPr>
        <p:spPr>
          <a:xfrm>
            <a:off x="1609344" y="12522708"/>
            <a:ext cx="5579262" cy="30861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2C3B6"/>
                </a:solidFill>
                <a:latin typeface="DM Sans"/>
              </a:rPr>
              <a:t>Consulta disponibilidad directamente con nosotros.</a:t>
            </a:r>
          </a:p>
        </p:txBody>
      </p:sp>
      <p:sp>
        <p:nvSpPr>
          <p:cNvPr id="31" name="Bloque de color 30"/>
          <p:cNvSpPr/>
          <p:nvPr/>
        </p:nvSpPr>
        <p:spPr>
          <a:xfrm>
            <a:off x="731520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F7DE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Bloque de color 31"/>
          <p:cNvSpPr/>
          <p:nvPr/>
        </p:nvSpPr>
        <p:spPr>
          <a:xfrm>
            <a:off x="731520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Bloque de color 32"/>
          <p:cNvSpPr/>
          <p:nvPr/>
        </p:nvSpPr>
        <p:spPr>
          <a:xfrm>
            <a:off x="1792224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F7DE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Bloque de color 33"/>
          <p:cNvSpPr/>
          <p:nvPr/>
        </p:nvSpPr>
        <p:spPr>
          <a:xfrm>
            <a:off x="1792224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Bloque de color 34"/>
          <p:cNvSpPr/>
          <p:nvPr/>
        </p:nvSpPr>
        <p:spPr>
          <a:xfrm>
            <a:off x="2852928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F7DE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loque de color 35"/>
          <p:cNvSpPr/>
          <p:nvPr/>
        </p:nvSpPr>
        <p:spPr>
          <a:xfrm>
            <a:off x="2852928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loque de color 36"/>
          <p:cNvSpPr/>
          <p:nvPr/>
        </p:nvSpPr>
        <p:spPr>
          <a:xfrm>
            <a:off x="3913632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F7DE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loque de color 37"/>
          <p:cNvSpPr/>
          <p:nvPr/>
        </p:nvSpPr>
        <p:spPr>
          <a:xfrm>
            <a:off x="3913632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loque de color 38"/>
          <p:cNvSpPr/>
          <p:nvPr/>
        </p:nvSpPr>
        <p:spPr>
          <a:xfrm>
            <a:off x="4974336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F7DE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Bloque de color 39"/>
          <p:cNvSpPr/>
          <p:nvPr/>
        </p:nvSpPr>
        <p:spPr>
          <a:xfrm>
            <a:off x="4974336" y="14392656"/>
            <a:ext cx="863345" cy="36576"/>
          </a:xfrm>
          <a:prstGeom prst="roundRect">
            <a:avLst>
              <a:gd name="adj" fmla="val 50000"/>
            </a:avLst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loque de color 40"/>
          <p:cNvSpPr/>
          <p:nvPr/>
        </p:nvSpPr>
        <p:spPr>
          <a:xfrm>
            <a:off x="6035040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F7DE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Bloque de color 41"/>
          <p:cNvSpPr/>
          <p:nvPr/>
        </p:nvSpPr>
        <p:spPr>
          <a:xfrm>
            <a:off x="7095744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F7DE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Bloque de color 42"/>
          <p:cNvSpPr/>
          <p:nvPr/>
        </p:nvSpPr>
        <p:spPr>
          <a:xfrm>
            <a:off x="8156448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F7DE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ig-color" descr="ig-color-f1eeec0905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4721840"/>
            <a:ext cx="329184" cy="329184"/>
          </a:xfrm>
          <a:prstGeom prst="rect">
            <a:avLst/>
          </a:prstGeom>
        </p:spPr>
      </p:pic>
      <p:sp>
        <p:nvSpPr>
          <p:cNvPr id="45" name="Texto · @elpolloplayero__"/>
          <p:cNvSpPr txBox="1"/>
          <p:nvPr/>
        </p:nvSpPr>
        <p:spPr>
          <a:xfrm>
            <a:off x="1188720" y="14772132"/>
            <a:ext cx="2147705" cy="30861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u="none">
                <a:solidFill>
                  <a:srgbClr val="FFF7DE"/>
                </a:solidFill>
                <a:latin typeface="DM Sans"/>
                <a:hlinkClick r:id="rId5"/>
              </a:rPr>
              <a:t>@elpolloplayero__</a:t>
            </a:r>
          </a:p>
        </p:txBody>
      </p:sp>
      <p:sp>
        <p:nvSpPr>
          <p:cNvPr id="46" name="Texto · elpolloplayero.cl"/>
          <p:cNvSpPr txBox="1"/>
          <p:nvPr/>
        </p:nvSpPr>
        <p:spPr>
          <a:xfrm>
            <a:off x="7124113" y="14746345"/>
            <a:ext cx="2065972" cy="34564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u="none">
                <a:solidFill>
                  <a:srgbClr val="FFE500"/>
                </a:solidFill>
                <a:latin typeface="DM Sans"/>
                <a:hlinkClick r:id="rId6"/>
              </a:rPr>
              <a:t>elpolloplayero.cl</a:t>
            </a:r>
          </a:p>
        </p:txBody>
      </p:sp>
    </p:spTree>
  </p:cSld>
  <p:clrMapOvr>
    <a:masterClrMapping/>
  </p:clrMapOvr>
  <p:transition advTm="6000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loque de color 1"/>
          <p:cNvSpPr/>
          <p:nvPr/>
        </p:nvSpPr>
        <p:spPr>
          <a:xfrm>
            <a:off x="0" y="0"/>
            <a:ext cx="9875520" cy="17556480"/>
          </a:xfrm>
          <a:prstGeom prst="rect">
            <a:avLst/>
          </a:prstGeom>
          <a:solidFill>
            <a:srgbClr val="080B0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logo-playero" descr="logo-playero-3c47f00073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94944" cy="694944"/>
          </a:xfrm>
          <a:prstGeom prst="rect">
            <a:avLst/>
          </a:prstGeom>
        </p:spPr>
      </p:pic>
      <p:sp>
        <p:nvSpPr>
          <p:cNvPr id="4" name="Texto · EL POLLO"/>
          <p:cNvSpPr txBox="1"/>
          <p:nvPr/>
        </p:nvSpPr>
        <p:spPr>
          <a:xfrm>
            <a:off x="1627632" y="1360078"/>
            <a:ext cx="1249568" cy="3579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FFF7DE"/>
                </a:solidFill>
                <a:latin typeface="DM Sans"/>
              </a:rPr>
              <a:t>EL POLLO</a:t>
            </a:r>
          </a:p>
        </p:txBody>
      </p:sp>
      <p:sp>
        <p:nvSpPr>
          <p:cNvPr id="5" name="Texto · PLAYERO"/>
          <p:cNvSpPr txBox="1"/>
          <p:nvPr/>
        </p:nvSpPr>
        <p:spPr>
          <a:xfrm>
            <a:off x="1627632" y="1670974"/>
            <a:ext cx="1206567" cy="3579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FFF7DE"/>
                </a:solidFill>
                <a:latin typeface="DM Sans"/>
              </a:rPr>
              <a:t>PLAYERO</a:t>
            </a:r>
          </a:p>
        </p:txBody>
      </p:sp>
      <p:sp>
        <p:nvSpPr>
          <p:cNvPr id="6" name="Texto · QUISCO NORTE"/>
          <p:cNvSpPr txBox="1"/>
          <p:nvPr/>
        </p:nvSpPr>
        <p:spPr>
          <a:xfrm>
            <a:off x="7717075" y="1556857"/>
            <a:ext cx="1461488" cy="259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>
                <a:solidFill>
                  <a:srgbClr val="C2C3B6"/>
                </a:solidFill>
                <a:latin typeface="DM Sans"/>
              </a:rPr>
              <a:t>QUISCO NORTE</a:t>
            </a:r>
          </a:p>
        </p:txBody>
      </p:sp>
      <p:sp>
        <p:nvSpPr>
          <p:cNvPr id="7" name="Bloque de color 6"/>
          <p:cNvSpPr/>
          <p:nvPr/>
        </p:nvSpPr>
        <p:spPr>
          <a:xfrm>
            <a:off x="731520" y="2578608"/>
            <a:ext cx="530352" cy="493776"/>
          </a:xfrm>
          <a:prstGeom prst="roundRect">
            <a:avLst>
              <a:gd name="adj" fmla="val 24074"/>
            </a:avLst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o · 05"/>
          <p:cNvSpPr txBox="1"/>
          <p:nvPr/>
        </p:nvSpPr>
        <p:spPr>
          <a:xfrm>
            <a:off x="838952" y="2702600"/>
            <a:ext cx="358280" cy="32095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>
                <a:solidFill>
                  <a:srgbClr val="080B0A"/>
                </a:solidFill>
                <a:latin typeface="DM Sans"/>
              </a:rPr>
              <a:t>05</a:t>
            </a:r>
          </a:p>
        </p:txBody>
      </p:sp>
      <p:sp>
        <p:nvSpPr>
          <p:cNvPr id="9" name="Texto · VEN A VISITARNOS"/>
          <p:cNvSpPr txBox="1"/>
          <p:nvPr/>
        </p:nvSpPr>
        <p:spPr>
          <a:xfrm>
            <a:off x="1417320" y="2719791"/>
            <a:ext cx="2019764" cy="29626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>
                <a:solidFill>
                  <a:srgbClr val="FFF7DE"/>
                </a:solidFill>
                <a:latin typeface="DM Sans"/>
              </a:rPr>
              <a:t>VEN A VISITARNOS</a:t>
            </a:r>
          </a:p>
        </p:txBody>
      </p:sp>
      <p:sp>
        <p:nvSpPr>
          <p:cNvPr id="10" name="Texto · TE ESPERAMOS EN"/>
          <p:cNvSpPr txBox="1"/>
          <p:nvPr/>
        </p:nvSpPr>
        <p:spPr>
          <a:xfrm>
            <a:off x="731520" y="3213933"/>
            <a:ext cx="6675853" cy="133319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75" b="1">
                <a:solidFill>
                  <a:srgbClr val="FFF7DE"/>
                </a:solidFill>
                <a:latin typeface="Barlow Condensed"/>
              </a:rPr>
              <a:t>TE ESPERAMOS EN</a:t>
            </a:r>
          </a:p>
        </p:txBody>
      </p:sp>
      <p:sp>
        <p:nvSpPr>
          <p:cNvPr id="11" name="Texto · QUISCO NORTE."/>
          <p:cNvSpPr txBox="1"/>
          <p:nvPr/>
        </p:nvSpPr>
        <p:spPr>
          <a:xfrm>
            <a:off x="731520" y="4238061"/>
            <a:ext cx="5538193" cy="133319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75" b="1">
                <a:solidFill>
                  <a:srgbClr val="FFE500"/>
                </a:solidFill>
                <a:latin typeface="Barlow Condensed"/>
              </a:rPr>
              <a:t>QUISCO NORTE.</a:t>
            </a:r>
          </a:p>
        </p:txBody>
      </p:sp>
      <p:pic>
        <p:nvPicPr>
          <p:cNvPr id="12" name="Foto o captura 2" descr="imagen-427c6a83c0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446520"/>
            <a:ext cx="8412480" cy="3931920"/>
          </a:xfrm>
          <a:prstGeom prst="rect">
            <a:avLst/>
          </a:prstGeom>
        </p:spPr>
      </p:pic>
      <p:sp>
        <p:nvSpPr>
          <p:cNvPr id="13" name="Texto · Av. Isidoro Dubornais 0665"/>
          <p:cNvSpPr txBox="1"/>
          <p:nvPr/>
        </p:nvSpPr>
        <p:spPr>
          <a:xfrm>
            <a:off x="731520" y="10917387"/>
            <a:ext cx="5492772" cy="6048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28" b="1">
                <a:solidFill>
                  <a:srgbClr val="FFF7DE"/>
                </a:solidFill>
                <a:latin typeface="DM Sans"/>
              </a:rPr>
              <a:t>Av. Isidoro Dubornais 0665</a:t>
            </a:r>
          </a:p>
        </p:txBody>
      </p:sp>
      <p:sp>
        <p:nvSpPr>
          <p:cNvPr id="14" name="Texto · Quisco Norte · El Quisco"/>
          <p:cNvSpPr txBox="1"/>
          <p:nvPr/>
        </p:nvSpPr>
        <p:spPr>
          <a:xfrm>
            <a:off x="731520" y="11634825"/>
            <a:ext cx="3931916" cy="4937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79" b="1">
                <a:solidFill>
                  <a:srgbClr val="FFE500"/>
                </a:solidFill>
                <a:latin typeface="DM Sans"/>
              </a:rPr>
              <a:t>Quisco Norte · El Quisco</a:t>
            </a:r>
          </a:p>
        </p:txBody>
      </p:sp>
      <p:sp>
        <p:nvSpPr>
          <p:cNvPr id="15" name="Texto · Consulta la ubicación y los horarios de atención en la web."/>
          <p:cNvSpPr txBox="1"/>
          <p:nvPr/>
        </p:nvSpPr>
        <p:spPr>
          <a:xfrm>
            <a:off x="731520" y="12673949"/>
            <a:ext cx="8027748" cy="41970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48" b="0">
                <a:solidFill>
                  <a:srgbClr val="C2C3B6"/>
                </a:solidFill>
                <a:latin typeface="DM Sans"/>
              </a:rPr>
              <a:t>Consulta la ubicación y los horarios de atención en la web.</a:t>
            </a:r>
          </a:p>
        </p:txBody>
      </p:sp>
      <p:sp>
        <p:nvSpPr>
          <p:cNvPr id="16" name="Bloque de color 15"/>
          <p:cNvSpPr/>
          <p:nvPr/>
        </p:nvSpPr>
        <p:spPr>
          <a:xfrm>
            <a:off x="731520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F7DE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loque de color 16"/>
          <p:cNvSpPr/>
          <p:nvPr/>
        </p:nvSpPr>
        <p:spPr>
          <a:xfrm>
            <a:off x="731520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loque de color 17"/>
          <p:cNvSpPr/>
          <p:nvPr/>
        </p:nvSpPr>
        <p:spPr>
          <a:xfrm>
            <a:off x="1792224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F7DE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loque de color 18"/>
          <p:cNvSpPr/>
          <p:nvPr/>
        </p:nvSpPr>
        <p:spPr>
          <a:xfrm>
            <a:off x="1792224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loque de color 19"/>
          <p:cNvSpPr/>
          <p:nvPr/>
        </p:nvSpPr>
        <p:spPr>
          <a:xfrm>
            <a:off x="2852928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F7DE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loque de color 20"/>
          <p:cNvSpPr/>
          <p:nvPr/>
        </p:nvSpPr>
        <p:spPr>
          <a:xfrm>
            <a:off x="2852928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loque de color 21"/>
          <p:cNvSpPr/>
          <p:nvPr/>
        </p:nvSpPr>
        <p:spPr>
          <a:xfrm>
            <a:off x="3913632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F7DE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loque de color 22"/>
          <p:cNvSpPr/>
          <p:nvPr/>
        </p:nvSpPr>
        <p:spPr>
          <a:xfrm>
            <a:off x="3913632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loque de color 23"/>
          <p:cNvSpPr/>
          <p:nvPr/>
        </p:nvSpPr>
        <p:spPr>
          <a:xfrm>
            <a:off x="4974336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F7DE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loque de color 24"/>
          <p:cNvSpPr/>
          <p:nvPr/>
        </p:nvSpPr>
        <p:spPr>
          <a:xfrm>
            <a:off x="4974336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loque de color 25"/>
          <p:cNvSpPr/>
          <p:nvPr/>
        </p:nvSpPr>
        <p:spPr>
          <a:xfrm>
            <a:off x="6035040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F7DE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loque de color 26"/>
          <p:cNvSpPr/>
          <p:nvPr/>
        </p:nvSpPr>
        <p:spPr>
          <a:xfrm>
            <a:off x="6035040" y="14392656"/>
            <a:ext cx="824103" cy="36576"/>
          </a:xfrm>
          <a:prstGeom prst="roundRect">
            <a:avLst>
              <a:gd name="adj" fmla="val 50000"/>
            </a:avLst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loque de color 27"/>
          <p:cNvSpPr/>
          <p:nvPr/>
        </p:nvSpPr>
        <p:spPr>
          <a:xfrm>
            <a:off x="7095744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F7DE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loque de color 28"/>
          <p:cNvSpPr/>
          <p:nvPr/>
        </p:nvSpPr>
        <p:spPr>
          <a:xfrm>
            <a:off x="8156448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F7DE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ig-color" descr="ig-color-f1eeec0905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4721840"/>
            <a:ext cx="329184" cy="329184"/>
          </a:xfrm>
          <a:prstGeom prst="rect">
            <a:avLst/>
          </a:prstGeom>
        </p:spPr>
      </p:pic>
      <p:sp>
        <p:nvSpPr>
          <p:cNvPr id="31" name="Texto · @elpolloplayero__"/>
          <p:cNvSpPr txBox="1"/>
          <p:nvPr/>
        </p:nvSpPr>
        <p:spPr>
          <a:xfrm>
            <a:off x="1188720" y="14772132"/>
            <a:ext cx="2147705" cy="30861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u="none">
                <a:solidFill>
                  <a:srgbClr val="FFF7DE"/>
                </a:solidFill>
                <a:latin typeface="DM Sans"/>
                <a:hlinkClick r:id="rId5"/>
              </a:rPr>
              <a:t>@elpolloplayero__</a:t>
            </a:r>
          </a:p>
        </p:txBody>
      </p:sp>
      <p:sp>
        <p:nvSpPr>
          <p:cNvPr id="32" name="Texto · elpolloplayero.cl"/>
          <p:cNvSpPr txBox="1"/>
          <p:nvPr/>
        </p:nvSpPr>
        <p:spPr>
          <a:xfrm>
            <a:off x="7124113" y="14746345"/>
            <a:ext cx="2065972" cy="34564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u="none">
                <a:solidFill>
                  <a:srgbClr val="FFE500"/>
                </a:solidFill>
                <a:latin typeface="DM Sans"/>
                <a:hlinkClick r:id="rId6"/>
              </a:rPr>
              <a:t>elpolloplayero.cl</a:t>
            </a:r>
          </a:p>
        </p:txBody>
      </p:sp>
    </p:spTree>
  </p:cSld>
  <p:clrMapOvr>
    <a:masterClrMapping/>
  </p:clrMapOvr>
  <p:transition advTm="4000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loque de color 1"/>
          <p:cNvSpPr/>
          <p:nvPr/>
        </p:nvSpPr>
        <p:spPr>
          <a:xfrm>
            <a:off x="0" y="0"/>
            <a:ext cx="9875520" cy="17556480"/>
          </a:xfrm>
          <a:prstGeom prst="rect">
            <a:avLst/>
          </a:prstGeom>
          <a:solidFill>
            <a:srgbClr val="080B0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logo-playero" descr="logo-playero-3c47f00073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94944" cy="694944"/>
          </a:xfrm>
          <a:prstGeom prst="rect">
            <a:avLst/>
          </a:prstGeom>
        </p:spPr>
      </p:pic>
      <p:sp>
        <p:nvSpPr>
          <p:cNvPr id="4" name="Texto · EL POLLO"/>
          <p:cNvSpPr txBox="1"/>
          <p:nvPr/>
        </p:nvSpPr>
        <p:spPr>
          <a:xfrm>
            <a:off x="1627632" y="1360078"/>
            <a:ext cx="1249568" cy="3579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FFF7DE"/>
                </a:solidFill>
                <a:latin typeface="DM Sans"/>
              </a:rPr>
              <a:t>EL POLLO</a:t>
            </a:r>
          </a:p>
        </p:txBody>
      </p:sp>
      <p:sp>
        <p:nvSpPr>
          <p:cNvPr id="5" name="Texto · PLAYERO"/>
          <p:cNvSpPr txBox="1"/>
          <p:nvPr/>
        </p:nvSpPr>
        <p:spPr>
          <a:xfrm>
            <a:off x="1627632" y="1670974"/>
            <a:ext cx="1206567" cy="3579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FFF7DE"/>
                </a:solidFill>
                <a:latin typeface="DM Sans"/>
              </a:rPr>
              <a:t>PLAYERO</a:t>
            </a:r>
          </a:p>
        </p:txBody>
      </p:sp>
      <p:sp>
        <p:nvSpPr>
          <p:cNvPr id="6" name="Texto · QUISCO NORTE"/>
          <p:cNvSpPr txBox="1"/>
          <p:nvPr/>
        </p:nvSpPr>
        <p:spPr>
          <a:xfrm>
            <a:off x="7717075" y="1556857"/>
            <a:ext cx="1461488" cy="259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>
                <a:solidFill>
                  <a:srgbClr val="C2C3B6"/>
                </a:solidFill>
                <a:latin typeface="DM Sans"/>
              </a:rPr>
              <a:t>QUISCO NORTE</a:t>
            </a:r>
          </a:p>
        </p:txBody>
      </p:sp>
      <p:sp>
        <p:nvSpPr>
          <p:cNvPr id="7" name="Bloque de color 6"/>
          <p:cNvSpPr/>
          <p:nvPr/>
        </p:nvSpPr>
        <p:spPr>
          <a:xfrm>
            <a:off x="731520" y="2578608"/>
            <a:ext cx="530352" cy="493776"/>
          </a:xfrm>
          <a:prstGeom prst="roundRect">
            <a:avLst>
              <a:gd name="adj" fmla="val 24074"/>
            </a:avLst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o · 06"/>
          <p:cNvSpPr txBox="1"/>
          <p:nvPr/>
        </p:nvSpPr>
        <p:spPr>
          <a:xfrm>
            <a:off x="837288" y="2702600"/>
            <a:ext cx="361609" cy="32095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>
                <a:solidFill>
                  <a:srgbClr val="080B0A"/>
                </a:solidFill>
                <a:latin typeface="DM Sans"/>
              </a:rPr>
              <a:t>06</a:t>
            </a:r>
          </a:p>
        </p:txBody>
      </p:sp>
      <p:sp>
        <p:nvSpPr>
          <p:cNvPr id="9" name="Texto · NO TE PIERDAS LAS NOVEDADES"/>
          <p:cNvSpPr txBox="1"/>
          <p:nvPr/>
        </p:nvSpPr>
        <p:spPr>
          <a:xfrm>
            <a:off x="1417320" y="2719791"/>
            <a:ext cx="3470160" cy="29626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>
                <a:solidFill>
                  <a:srgbClr val="FFF7DE"/>
                </a:solidFill>
                <a:latin typeface="DM Sans"/>
              </a:rPr>
              <a:t>NO TE PIERDAS LAS NOVEDADES</a:t>
            </a:r>
          </a:p>
        </p:txBody>
      </p:sp>
      <p:sp>
        <p:nvSpPr>
          <p:cNvPr id="10" name="Texto · SÍGUENOS EN"/>
          <p:cNvSpPr txBox="1"/>
          <p:nvPr/>
        </p:nvSpPr>
        <p:spPr>
          <a:xfrm>
            <a:off x="731520" y="2981858"/>
            <a:ext cx="6021598" cy="166649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20" b="1">
                <a:solidFill>
                  <a:srgbClr val="FFF7DE"/>
                </a:solidFill>
                <a:latin typeface="Barlow Condensed"/>
              </a:rPr>
              <a:t>SÍGUENOS EN</a:t>
            </a:r>
          </a:p>
        </p:txBody>
      </p:sp>
      <p:sp>
        <p:nvSpPr>
          <p:cNvPr id="11" name="Texto · INSTAGRAM."/>
          <p:cNvSpPr txBox="1"/>
          <p:nvPr/>
        </p:nvSpPr>
        <p:spPr>
          <a:xfrm>
            <a:off x="731520" y="4005986"/>
            <a:ext cx="5621639" cy="166649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20" b="1">
                <a:solidFill>
                  <a:srgbClr val="FFE500"/>
                </a:solidFill>
                <a:latin typeface="Barlow Condensed"/>
              </a:rPr>
              <a:t>INSTAGRAM.</a:t>
            </a:r>
          </a:p>
        </p:txBody>
      </p:sp>
      <p:sp>
        <p:nvSpPr>
          <p:cNvPr id="12" name="Texto · Promociones, novedades y noticias del local."/>
          <p:cNvSpPr txBox="1"/>
          <p:nvPr/>
        </p:nvSpPr>
        <p:spPr>
          <a:xfrm>
            <a:off x="731520" y="5642762"/>
            <a:ext cx="6322935" cy="43205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20" b="0">
                <a:solidFill>
                  <a:srgbClr val="C2C3B6"/>
                </a:solidFill>
                <a:latin typeface="DM Sans"/>
              </a:rPr>
              <a:t>Promociones, novedades y noticias del local.</a:t>
            </a:r>
          </a:p>
        </p:txBody>
      </p:sp>
      <p:sp>
        <p:nvSpPr>
          <p:cNvPr id="13" name="Bloque de color 12"/>
          <p:cNvSpPr/>
          <p:nvPr/>
        </p:nvSpPr>
        <p:spPr>
          <a:xfrm>
            <a:off x="731520" y="6976872"/>
            <a:ext cx="8412480" cy="2221992"/>
          </a:xfrm>
          <a:prstGeom prst="roundRect">
            <a:avLst>
              <a:gd name="adj" fmla="val 11111"/>
            </a:avLst>
          </a:prstGeom>
          <a:solidFill>
            <a:srgbClr val="1B171F">
              <a:alpha val="100000"/>
            </a:srgbClr>
          </a:solidFill>
          <a:ln w="17780">
            <a:solidFill>
              <a:srgbClr val="B8439C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g-color" descr="ig-color-f1eeec0905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7324344"/>
            <a:ext cx="1399032" cy="1399032"/>
          </a:xfrm>
          <a:prstGeom prst="rect">
            <a:avLst/>
          </a:prstGeom>
        </p:spPr>
      </p:pic>
      <p:sp>
        <p:nvSpPr>
          <p:cNvPr id="15" name="Texto · @elpolloplayero__"/>
          <p:cNvSpPr txBox="1"/>
          <p:nvPr/>
        </p:nvSpPr>
        <p:spPr>
          <a:xfrm>
            <a:off x="2788920" y="7641275"/>
            <a:ext cx="5058840" cy="7530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392" b="1" u="none">
                <a:solidFill>
                  <a:srgbClr val="FFF7DE"/>
                </a:solidFill>
                <a:latin typeface="DM Sans"/>
                <a:hlinkClick r:id="rId4"/>
              </a:rPr>
              <a:t>@elpolloplayero__</a:t>
            </a:r>
          </a:p>
        </p:txBody>
      </p:sp>
      <p:sp>
        <p:nvSpPr>
          <p:cNvPr id="16" name="Bloque de color 15"/>
          <p:cNvSpPr/>
          <p:nvPr/>
        </p:nvSpPr>
        <p:spPr>
          <a:xfrm>
            <a:off x="731520" y="9966960"/>
            <a:ext cx="109728" cy="530352"/>
          </a:xfrm>
          <a:prstGeom prst="roundRect">
            <a:avLst>
              <a:gd name="adj" fmla="val 50000"/>
            </a:avLst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o · Entérate de lo nuevo."/>
          <p:cNvSpPr txBox="1"/>
          <p:nvPr/>
        </p:nvSpPr>
        <p:spPr>
          <a:xfrm>
            <a:off x="1069848" y="10059863"/>
            <a:ext cx="3148802" cy="44439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92" b="0">
                <a:solidFill>
                  <a:srgbClr val="FFF7DE"/>
                </a:solidFill>
                <a:latin typeface="DM Sans"/>
              </a:rPr>
              <a:t>Entérate de lo nuevo.</a:t>
            </a:r>
          </a:p>
        </p:txBody>
      </p:sp>
      <p:sp>
        <p:nvSpPr>
          <p:cNvPr id="18" name="Bloque de color 17"/>
          <p:cNvSpPr/>
          <p:nvPr/>
        </p:nvSpPr>
        <p:spPr>
          <a:xfrm>
            <a:off x="731520" y="11173968"/>
            <a:ext cx="109728" cy="530352"/>
          </a:xfrm>
          <a:prstGeom prst="roundRect">
            <a:avLst>
              <a:gd name="adj" fmla="val 50000"/>
            </a:avLst>
          </a:prstGeom>
          <a:solidFill>
            <a:srgbClr val="D12A3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o · Guarda tus publicaciones favoritas."/>
          <p:cNvSpPr txBox="1"/>
          <p:nvPr/>
        </p:nvSpPr>
        <p:spPr>
          <a:xfrm>
            <a:off x="1069848" y="11266871"/>
            <a:ext cx="5278183" cy="44439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92" b="0">
                <a:solidFill>
                  <a:srgbClr val="FFF7DE"/>
                </a:solidFill>
                <a:latin typeface="DM Sans"/>
              </a:rPr>
              <a:t>Guarda tus publicaciones favoritas.</a:t>
            </a:r>
          </a:p>
        </p:txBody>
      </p:sp>
      <p:sp>
        <p:nvSpPr>
          <p:cNvPr id="20" name="Bloque de color 19"/>
          <p:cNvSpPr/>
          <p:nvPr/>
        </p:nvSpPr>
        <p:spPr>
          <a:xfrm>
            <a:off x="731520" y="12380976"/>
            <a:ext cx="109728" cy="530352"/>
          </a:xfrm>
          <a:prstGeom prst="roundRect">
            <a:avLst>
              <a:gd name="adj" fmla="val 50000"/>
            </a:avLst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o · Comparte con tu gente."/>
          <p:cNvSpPr txBox="1"/>
          <p:nvPr/>
        </p:nvSpPr>
        <p:spPr>
          <a:xfrm>
            <a:off x="1069848" y="12473879"/>
            <a:ext cx="3574168" cy="44439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92" b="0">
                <a:solidFill>
                  <a:srgbClr val="FFF7DE"/>
                </a:solidFill>
                <a:latin typeface="DM Sans"/>
              </a:rPr>
              <a:t>Comparte con tu gente.</a:t>
            </a:r>
          </a:p>
        </p:txBody>
      </p:sp>
      <p:sp>
        <p:nvSpPr>
          <p:cNvPr id="22" name="Bloque de color 21"/>
          <p:cNvSpPr/>
          <p:nvPr/>
        </p:nvSpPr>
        <p:spPr>
          <a:xfrm>
            <a:off x="731520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F7DE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loque de color 22"/>
          <p:cNvSpPr/>
          <p:nvPr/>
        </p:nvSpPr>
        <p:spPr>
          <a:xfrm>
            <a:off x="731520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loque de color 23"/>
          <p:cNvSpPr/>
          <p:nvPr/>
        </p:nvSpPr>
        <p:spPr>
          <a:xfrm>
            <a:off x="1792224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F7DE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loque de color 24"/>
          <p:cNvSpPr/>
          <p:nvPr/>
        </p:nvSpPr>
        <p:spPr>
          <a:xfrm>
            <a:off x="1792224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loque de color 25"/>
          <p:cNvSpPr/>
          <p:nvPr/>
        </p:nvSpPr>
        <p:spPr>
          <a:xfrm>
            <a:off x="2852928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F7DE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loque de color 26"/>
          <p:cNvSpPr/>
          <p:nvPr/>
        </p:nvSpPr>
        <p:spPr>
          <a:xfrm>
            <a:off x="2852928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loque de color 27"/>
          <p:cNvSpPr/>
          <p:nvPr/>
        </p:nvSpPr>
        <p:spPr>
          <a:xfrm>
            <a:off x="3913632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F7DE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loque de color 28"/>
          <p:cNvSpPr/>
          <p:nvPr/>
        </p:nvSpPr>
        <p:spPr>
          <a:xfrm>
            <a:off x="3913632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loque de color 29"/>
          <p:cNvSpPr/>
          <p:nvPr/>
        </p:nvSpPr>
        <p:spPr>
          <a:xfrm>
            <a:off x="4974336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F7DE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Bloque de color 30"/>
          <p:cNvSpPr/>
          <p:nvPr/>
        </p:nvSpPr>
        <p:spPr>
          <a:xfrm>
            <a:off x="4974336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Bloque de color 31"/>
          <p:cNvSpPr/>
          <p:nvPr/>
        </p:nvSpPr>
        <p:spPr>
          <a:xfrm>
            <a:off x="6035040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F7DE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Bloque de color 32"/>
          <p:cNvSpPr/>
          <p:nvPr/>
        </p:nvSpPr>
        <p:spPr>
          <a:xfrm>
            <a:off x="6035040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Bloque de color 33"/>
          <p:cNvSpPr/>
          <p:nvPr/>
        </p:nvSpPr>
        <p:spPr>
          <a:xfrm>
            <a:off x="7095744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F7DE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Bloque de color 34"/>
          <p:cNvSpPr/>
          <p:nvPr/>
        </p:nvSpPr>
        <p:spPr>
          <a:xfrm>
            <a:off x="7095744" y="14392656"/>
            <a:ext cx="847648" cy="36576"/>
          </a:xfrm>
          <a:prstGeom prst="roundRect">
            <a:avLst>
              <a:gd name="adj" fmla="val 50000"/>
            </a:avLst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loque de color 35"/>
          <p:cNvSpPr/>
          <p:nvPr/>
        </p:nvSpPr>
        <p:spPr>
          <a:xfrm>
            <a:off x="8156448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FFF7DE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ig-color" descr="ig-color-f1eeec0905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721840"/>
            <a:ext cx="329184" cy="329184"/>
          </a:xfrm>
          <a:prstGeom prst="rect">
            <a:avLst/>
          </a:prstGeom>
        </p:spPr>
      </p:pic>
      <p:sp>
        <p:nvSpPr>
          <p:cNvPr id="38" name="Texto · @elpolloplayero__"/>
          <p:cNvSpPr txBox="1"/>
          <p:nvPr/>
        </p:nvSpPr>
        <p:spPr>
          <a:xfrm>
            <a:off x="1188720" y="14772132"/>
            <a:ext cx="2147705" cy="30861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u="none">
                <a:solidFill>
                  <a:srgbClr val="FFF7DE"/>
                </a:solidFill>
                <a:latin typeface="DM Sans"/>
                <a:hlinkClick r:id="rId4"/>
              </a:rPr>
              <a:t>@elpolloplayero__</a:t>
            </a:r>
          </a:p>
        </p:txBody>
      </p:sp>
      <p:sp>
        <p:nvSpPr>
          <p:cNvPr id="39" name="Texto · elpolloplayero.cl"/>
          <p:cNvSpPr txBox="1"/>
          <p:nvPr/>
        </p:nvSpPr>
        <p:spPr>
          <a:xfrm>
            <a:off x="7124113" y="14746345"/>
            <a:ext cx="2065972" cy="34564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u="none">
                <a:solidFill>
                  <a:srgbClr val="FFE500"/>
                </a:solidFill>
                <a:latin typeface="DM Sans"/>
                <a:hlinkClick r:id="rId5"/>
              </a:rPr>
              <a:t>elpolloplayero.cl</a:t>
            </a:r>
          </a:p>
        </p:txBody>
      </p:sp>
    </p:spTree>
  </p:cSld>
  <p:clrMapOvr>
    <a:masterClrMapping/>
  </p:clrMapOvr>
  <p:transition advTm="5000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loque de color 1"/>
          <p:cNvSpPr/>
          <p:nvPr/>
        </p:nvSpPr>
        <p:spPr>
          <a:xfrm>
            <a:off x="0" y="0"/>
            <a:ext cx="9875520" cy="17556480"/>
          </a:xfrm>
          <a:prstGeom prst="rect">
            <a:avLst/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loque de color 2"/>
          <p:cNvSpPr/>
          <p:nvPr/>
        </p:nvSpPr>
        <p:spPr>
          <a:xfrm>
            <a:off x="9326880" y="0"/>
            <a:ext cx="548640" cy="17556480"/>
          </a:xfrm>
          <a:prstGeom prst="rect">
            <a:avLst/>
          </a:prstGeom>
          <a:solidFill>
            <a:srgbClr val="D12A3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logo-playero" descr="logo-playero-3c47f00073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94944" cy="694944"/>
          </a:xfrm>
          <a:prstGeom prst="rect">
            <a:avLst/>
          </a:prstGeom>
        </p:spPr>
      </p:pic>
      <p:sp>
        <p:nvSpPr>
          <p:cNvPr id="5" name="Texto · EL POLLO"/>
          <p:cNvSpPr txBox="1"/>
          <p:nvPr/>
        </p:nvSpPr>
        <p:spPr>
          <a:xfrm>
            <a:off x="1627632" y="1360078"/>
            <a:ext cx="1249568" cy="3579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080B0A"/>
                </a:solidFill>
                <a:latin typeface="DM Sans"/>
              </a:rPr>
              <a:t>EL POLLO</a:t>
            </a:r>
          </a:p>
        </p:txBody>
      </p:sp>
      <p:sp>
        <p:nvSpPr>
          <p:cNvPr id="6" name="Texto · PLAYERO"/>
          <p:cNvSpPr txBox="1"/>
          <p:nvPr/>
        </p:nvSpPr>
        <p:spPr>
          <a:xfrm>
            <a:off x="1627632" y="1670974"/>
            <a:ext cx="1206567" cy="3579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080B0A"/>
                </a:solidFill>
                <a:latin typeface="DM Sans"/>
              </a:rPr>
              <a:t>PLAYERO</a:t>
            </a:r>
          </a:p>
        </p:txBody>
      </p:sp>
      <p:sp>
        <p:nvSpPr>
          <p:cNvPr id="7" name="Texto · QUISCO NORTE"/>
          <p:cNvSpPr txBox="1"/>
          <p:nvPr/>
        </p:nvSpPr>
        <p:spPr>
          <a:xfrm>
            <a:off x="7717075" y="1556857"/>
            <a:ext cx="1461488" cy="259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>
                <a:solidFill>
                  <a:srgbClr val="080B0A"/>
                </a:solidFill>
                <a:latin typeface="DM Sans"/>
              </a:rPr>
              <a:t>QUISCO NORTE</a:t>
            </a:r>
          </a:p>
        </p:txBody>
      </p:sp>
      <p:sp>
        <p:nvSpPr>
          <p:cNvPr id="8" name="Bloque de color 7"/>
          <p:cNvSpPr/>
          <p:nvPr/>
        </p:nvSpPr>
        <p:spPr>
          <a:xfrm>
            <a:off x="731520" y="2578608"/>
            <a:ext cx="530352" cy="493776"/>
          </a:xfrm>
          <a:prstGeom prst="roundRect">
            <a:avLst>
              <a:gd name="adj" fmla="val 24074"/>
            </a:avLst>
          </a:prstGeom>
          <a:solidFill>
            <a:srgbClr val="080B0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o · ↗"/>
          <p:cNvSpPr txBox="1"/>
          <p:nvPr/>
        </p:nvSpPr>
        <p:spPr>
          <a:xfrm>
            <a:off x="919191" y="2702600"/>
            <a:ext cx="197803" cy="32095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>
                <a:solidFill>
                  <a:srgbClr val="FFE500"/>
                </a:solidFill>
                <a:latin typeface="DM Sans"/>
              </a:rPr>
              <a:t>↗</a:t>
            </a:r>
          </a:p>
        </p:txBody>
      </p:sp>
      <p:sp>
        <p:nvSpPr>
          <p:cNvPr id="10" name="Texto · ENTRA Y CONOCE NUESTRA WEB"/>
          <p:cNvSpPr txBox="1"/>
          <p:nvPr/>
        </p:nvSpPr>
        <p:spPr>
          <a:xfrm>
            <a:off x="1417320" y="2719791"/>
            <a:ext cx="3539914" cy="29626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>
                <a:solidFill>
                  <a:srgbClr val="080B0A"/>
                </a:solidFill>
                <a:latin typeface="DM Sans"/>
              </a:rPr>
              <a:t>ENTRA Y CONOCE NUESTRA WEB</a:t>
            </a:r>
          </a:p>
        </p:txBody>
      </p:sp>
      <p:sp>
        <p:nvSpPr>
          <p:cNvPr id="11" name="Texto · EL POLLO PLAYERO,"/>
          <p:cNvSpPr txBox="1"/>
          <p:nvPr/>
        </p:nvSpPr>
        <p:spPr>
          <a:xfrm>
            <a:off x="731520" y="3059216"/>
            <a:ext cx="8335756" cy="155539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72" b="1">
                <a:solidFill>
                  <a:srgbClr val="080B0A"/>
                </a:solidFill>
                <a:latin typeface="Barlow Condensed"/>
              </a:rPr>
              <a:t>EL POLLO PLAYERO,</a:t>
            </a:r>
          </a:p>
        </p:txBody>
      </p:sp>
      <p:sp>
        <p:nvSpPr>
          <p:cNvPr id="12" name="Texto · AHORA ONLINE."/>
          <p:cNvSpPr txBox="1"/>
          <p:nvPr/>
        </p:nvSpPr>
        <p:spPr>
          <a:xfrm>
            <a:off x="731520" y="4083344"/>
            <a:ext cx="6581043" cy="155539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72" b="1">
                <a:solidFill>
                  <a:srgbClr val="D12A31"/>
                </a:solidFill>
                <a:latin typeface="Barlow Condensed"/>
              </a:rPr>
              <a:t>AHORA ONLINE.</a:t>
            </a:r>
          </a:p>
        </p:txBody>
      </p:sp>
      <p:sp>
        <p:nvSpPr>
          <p:cNvPr id="13" name="Texto · Abre tu navegador y escribe:"/>
          <p:cNvSpPr txBox="1"/>
          <p:nvPr/>
        </p:nvSpPr>
        <p:spPr>
          <a:xfrm>
            <a:off x="731520" y="5892942"/>
            <a:ext cx="4666086" cy="5061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52" b="0">
                <a:solidFill>
                  <a:srgbClr val="080B0A"/>
                </a:solidFill>
                <a:latin typeface="DM Sans"/>
              </a:rPr>
              <a:t>Abre tu navegador y escribe:</a:t>
            </a:r>
          </a:p>
        </p:txBody>
      </p:sp>
      <p:sp>
        <p:nvSpPr>
          <p:cNvPr id="14" name="Bloque de color 13"/>
          <p:cNvSpPr/>
          <p:nvPr/>
        </p:nvSpPr>
        <p:spPr>
          <a:xfrm>
            <a:off x="731520" y="7040880"/>
            <a:ext cx="8412480" cy="1188720"/>
          </a:xfrm>
          <a:prstGeom prst="roundRect">
            <a:avLst>
              <a:gd name="adj" fmla="val 19230"/>
            </a:avLst>
          </a:prstGeom>
          <a:solidFill>
            <a:srgbClr val="080B0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o · elpolloplayero.cl"/>
          <p:cNvSpPr txBox="1"/>
          <p:nvPr/>
        </p:nvSpPr>
        <p:spPr>
          <a:xfrm>
            <a:off x="2805857" y="7267468"/>
            <a:ext cx="4367497" cy="77769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36" b="1" u="none">
                <a:solidFill>
                  <a:srgbClr val="FFE500"/>
                </a:solidFill>
                <a:latin typeface="DM Sans"/>
                <a:hlinkClick r:id="rId3"/>
              </a:rPr>
              <a:t>elpolloplayero.cl</a:t>
            </a:r>
          </a:p>
        </p:txBody>
      </p:sp>
      <p:sp>
        <p:nvSpPr>
          <p:cNvPr id="16" name="Bloque de color 15"/>
          <p:cNvSpPr/>
          <p:nvPr/>
        </p:nvSpPr>
        <p:spPr>
          <a:xfrm>
            <a:off x="731520" y="9601200"/>
            <a:ext cx="4059936" cy="3154680"/>
          </a:xfrm>
          <a:prstGeom prst="roundRect">
            <a:avLst>
              <a:gd name="adj" fmla="val 6376"/>
            </a:avLst>
          </a:prstGeom>
          <a:solidFill>
            <a:srgbClr val="080B0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wa-color" descr="wa-color-5f465f8b676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9820656"/>
            <a:ext cx="713232" cy="713232"/>
          </a:xfrm>
          <a:prstGeom prst="rect">
            <a:avLst/>
          </a:prstGeom>
        </p:spPr>
      </p:pic>
      <p:sp>
        <p:nvSpPr>
          <p:cNvPr id="18" name="Texto · Pide por WhatsApp"/>
          <p:cNvSpPr txBox="1"/>
          <p:nvPr/>
        </p:nvSpPr>
        <p:spPr>
          <a:xfrm>
            <a:off x="960120" y="10715487"/>
            <a:ext cx="2651119" cy="3826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32" b="1">
                <a:solidFill>
                  <a:srgbClr val="FFF7DE"/>
                </a:solidFill>
                <a:latin typeface="DM Sans"/>
              </a:rPr>
              <a:t>Pide por WhatsApp</a:t>
            </a:r>
          </a:p>
        </p:txBody>
      </p:sp>
      <p:sp>
        <p:nvSpPr>
          <p:cNvPr id="19" name="Texto · Desde el botón de la web."/>
          <p:cNvSpPr txBox="1"/>
          <p:nvPr/>
        </p:nvSpPr>
        <p:spPr>
          <a:xfrm>
            <a:off x="960120" y="11243096"/>
            <a:ext cx="2877399" cy="32095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0">
                <a:solidFill>
                  <a:srgbClr val="25D366"/>
                </a:solidFill>
                <a:latin typeface="DM Sans"/>
              </a:rPr>
              <a:t>Desde el botón de la web.</a:t>
            </a:r>
          </a:p>
        </p:txBody>
      </p:sp>
      <p:sp>
        <p:nvSpPr>
          <p:cNvPr id="20" name="Bloque de color 19"/>
          <p:cNvSpPr/>
          <p:nvPr/>
        </p:nvSpPr>
        <p:spPr>
          <a:xfrm>
            <a:off x="5084064" y="9601200"/>
            <a:ext cx="4059936" cy="3154680"/>
          </a:xfrm>
          <a:prstGeom prst="roundRect">
            <a:avLst>
              <a:gd name="adj" fmla="val 6376"/>
            </a:avLst>
          </a:prstGeom>
          <a:solidFill>
            <a:srgbClr val="080B0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g-color" descr="ig-color-f1eeec0905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2664" y="9820656"/>
            <a:ext cx="713232" cy="713232"/>
          </a:xfrm>
          <a:prstGeom prst="rect">
            <a:avLst/>
          </a:prstGeom>
        </p:spPr>
      </p:pic>
      <p:sp>
        <p:nvSpPr>
          <p:cNvPr id="22" name="Texto · Síguenos en Instagram"/>
          <p:cNvSpPr txBox="1"/>
          <p:nvPr/>
        </p:nvSpPr>
        <p:spPr>
          <a:xfrm>
            <a:off x="5312664" y="10715487"/>
            <a:ext cx="3074831" cy="3826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32" b="1">
                <a:solidFill>
                  <a:srgbClr val="FFF7DE"/>
                </a:solidFill>
                <a:latin typeface="DM Sans"/>
              </a:rPr>
              <a:t>Síguenos en Instagram</a:t>
            </a:r>
          </a:p>
        </p:txBody>
      </p:sp>
      <p:sp>
        <p:nvSpPr>
          <p:cNvPr id="23" name="Texto · @elpolloplayero__"/>
          <p:cNvSpPr txBox="1"/>
          <p:nvPr/>
        </p:nvSpPr>
        <p:spPr>
          <a:xfrm>
            <a:off x="5312664" y="11243096"/>
            <a:ext cx="2162399" cy="32095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0" u="none">
                <a:solidFill>
                  <a:srgbClr val="FFE500"/>
                </a:solidFill>
                <a:latin typeface="DM Sans"/>
                <a:hlinkClick r:id="rId6"/>
              </a:rPr>
              <a:t>@elpolloplayero__</a:t>
            </a:r>
          </a:p>
        </p:txBody>
      </p:sp>
      <p:sp>
        <p:nvSpPr>
          <p:cNvPr id="24" name="Texto · Av. Isidoro Dubornais 0665 · Quisco Norte"/>
          <p:cNvSpPr txBox="1"/>
          <p:nvPr/>
        </p:nvSpPr>
        <p:spPr>
          <a:xfrm>
            <a:off x="2295365" y="13494715"/>
            <a:ext cx="5334166" cy="3703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>
                <a:solidFill>
                  <a:srgbClr val="080B0A"/>
                </a:solidFill>
                <a:latin typeface="DM Sans"/>
              </a:rPr>
              <a:t>Av. Isidoro Dubornais 0665 · Quisco Norte</a:t>
            </a:r>
          </a:p>
        </p:txBody>
      </p:sp>
      <p:sp>
        <p:nvSpPr>
          <p:cNvPr id="25" name="Bloque de color 24"/>
          <p:cNvSpPr/>
          <p:nvPr/>
        </p:nvSpPr>
        <p:spPr>
          <a:xfrm>
            <a:off x="731520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080B0A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loque de color 25"/>
          <p:cNvSpPr/>
          <p:nvPr/>
        </p:nvSpPr>
        <p:spPr>
          <a:xfrm>
            <a:off x="731520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080B0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loque de color 26"/>
          <p:cNvSpPr/>
          <p:nvPr/>
        </p:nvSpPr>
        <p:spPr>
          <a:xfrm>
            <a:off x="1792224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080B0A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loque de color 27"/>
          <p:cNvSpPr/>
          <p:nvPr/>
        </p:nvSpPr>
        <p:spPr>
          <a:xfrm>
            <a:off x="1792224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080B0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loque de color 28"/>
          <p:cNvSpPr/>
          <p:nvPr/>
        </p:nvSpPr>
        <p:spPr>
          <a:xfrm>
            <a:off x="2852928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080B0A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loque de color 29"/>
          <p:cNvSpPr/>
          <p:nvPr/>
        </p:nvSpPr>
        <p:spPr>
          <a:xfrm>
            <a:off x="2852928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080B0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Bloque de color 30"/>
          <p:cNvSpPr/>
          <p:nvPr/>
        </p:nvSpPr>
        <p:spPr>
          <a:xfrm>
            <a:off x="3913632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080B0A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Bloque de color 31"/>
          <p:cNvSpPr/>
          <p:nvPr/>
        </p:nvSpPr>
        <p:spPr>
          <a:xfrm>
            <a:off x="3913632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080B0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Bloque de color 32"/>
          <p:cNvSpPr/>
          <p:nvPr/>
        </p:nvSpPr>
        <p:spPr>
          <a:xfrm>
            <a:off x="4974336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080B0A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Bloque de color 33"/>
          <p:cNvSpPr/>
          <p:nvPr/>
        </p:nvSpPr>
        <p:spPr>
          <a:xfrm>
            <a:off x="4974336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080B0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Bloque de color 34"/>
          <p:cNvSpPr/>
          <p:nvPr/>
        </p:nvSpPr>
        <p:spPr>
          <a:xfrm>
            <a:off x="6035040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080B0A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loque de color 35"/>
          <p:cNvSpPr/>
          <p:nvPr/>
        </p:nvSpPr>
        <p:spPr>
          <a:xfrm>
            <a:off x="6035040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080B0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loque de color 36"/>
          <p:cNvSpPr/>
          <p:nvPr/>
        </p:nvSpPr>
        <p:spPr>
          <a:xfrm>
            <a:off x="7095744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080B0A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loque de color 37"/>
          <p:cNvSpPr/>
          <p:nvPr/>
        </p:nvSpPr>
        <p:spPr>
          <a:xfrm>
            <a:off x="7095744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080B0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loque de color 38"/>
          <p:cNvSpPr/>
          <p:nvPr/>
        </p:nvSpPr>
        <p:spPr>
          <a:xfrm>
            <a:off x="8156448" y="14392656"/>
            <a:ext cx="941832" cy="36576"/>
          </a:xfrm>
          <a:prstGeom prst="roundRect">
            <a:avLst>
              <a:gd name="adj" fmla="val 50000"/>
            </a:avLst>
          </a:prstGeom>
          <a:solidFill>
            <a:srgbClr val="080B0A">
              <a:alpha val="133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Bloque de color 39"/>
          <p:cNvSpPr/>
          <p:nvPr/>
        </p:nvSpPr>
        <p:spPr>
          <a:xfrm>
            <a:off x="8156448" y="14392656"/>
            <a:ext cx="863345" cy="36576"/>
          </a:xfrm>
          <a:prstGeom prst="roundRect">
            <a:avLst>
              <a:gd name="adj" fmla="val 50000"/>
            </a:avLst>
          </a:prstGeom>
          <a:solidFill>
            <a:srgbClr val="080B0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ig-color" descr="ig-color-f1eeec0905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4721840"/>
            <a:ext cx="329184" cy="329184"/>
          </a:xfrm>
          <a:prstGeom prst="rect">
            <a:avLst/>
          </a:prstGeom>
        </p:spPr>
      </p:pic>
      <p:sp>
        <p:nvSpPr>
          <p:cNvPr id="42" name="Texto · @elpolloplayero__"/>
          <p:cNvSpPr txBox="1"/>
          <p:nvPr/>
        </p:nvSpPr>
        <p:spPr>
          <a:xfrm>
            <a:off x="1188720" y="14772132"/>
            <a:ext cx="2147705" cy="30861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u="none">
                <a:solidFill>
                  <a:srgbClr val="080B0A"/>
                </a:solidFill>
                <a:latin typeface="DM Sans"/>
                <a:hlinkClick r:id="rId6"/>
              </a:rPr>
              <a:t>@elpolloplayero__</a:t>
            </a:r>
          </a:p>
        </p:txBody>
      </p:sp>
      <p:sp>
        <p:nvSpPr>
          <p:cNvPr id="43" name="Texto · elpolloplayero.cl"/>
          <p:cNvSpPr txBox="1"/>
          <p:nvPr/>
        </p:nvSpPr>
        <p:spPr>
          <a:xfrm>
            <a:off x="7124113" y="14746345"/>
            <a:ext cx="2065972" cy="34564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u="none">
                <a:solidFill>
                  <a:srgbClr val="080B0A"/>
                </a:solidFill>
                <a:latin typeface="DM Sans"/>
                <a:hlinkClick r:id="rId3"/>
              </a:rPr>
              <a:t>elpolloplayero.cl</a:t>
            </a:r>
          </a:p>
        </p:txBody>
      </p:sp>
    </p:spTree>
  </p:cSld>
  <p:clrMapOvr>
    <a:masterClrMapping/>
  </p:clrMapOvr>
  <p:transition advTm="6000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Pollo Playero · Escenas verticales editables</dc:title>
  <dc:subject>Para importar en Canva. Texto y formas separados de fotografías y capturas.</dc:subject>
  <dc:creator>El Pollo Playero</dc:creator>
  <cp:keywords/>
  <dc:description>generated using python-pptx</dc:description>
  <cp:lastModifiedBy>El Pollo Playero</cp:lastModifiedBy>
  <cp:revision>1</cp:revision>
  <dcterms:created xsi:type="dcterms:W3CDTF">2013-01-27T09:14:16Z</dcterms:created>
  <dcterms:modified xsi:type="dcterms:W3CDTF">2013-01-27T09:15:58Z</dcterms:modified>
  <cp:category/>
  <dc:language>es-CL</dc:language>
</cp:coreProperties>
</file>